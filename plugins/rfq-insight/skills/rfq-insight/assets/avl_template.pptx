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/>
  <p:sldSz cx="12192000" cy="6858000"/>
  <p:notesSz cx="6797675" cy="9926638"/>
  <p:defaultTextStyle>
    <a:defPPr>
      <a:defRPr lang="de-DE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43" userDrawn="1">
          <p15:clr>
            <a:srgbClr val="A4A3A4"/>
          </p15:clr>
        </p15:guide>
        <p15:guide id="2" orient="horz" pos="964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043" userDrawn="1">
          <p15:clr>
            <a:srgbClr val="A4A3A4"/>
          </p15:clr>
        </p15:guide>
        <p15:guide id="5" orient="horz" pos="4207" userDrawn="1">
          <p15:clr>
            <a:srgbClr val="A4A3A4"/>
          </p15:clr>
        </p15:guide>
        <p15:guide id="6" pos="3611" userDrawn="1">
          <p15:clr>
            <a:srgbClr val="A4A3A4"/>
          </p15:clr>
        </p15:guide>
        <p15:guide id="7" pos="4081" userDrawn="1">
          <p15:clr>
            <a:srgbClr val="A4A3A4"/>
          </p15:clr>
        </p15:guide>
        <p15:guide id="8" pos="7275" userDrawn="1">
          <p15:clr>
            <a:srgbClr val="A4A3A4"/>
          </p15:clr>
        </p15:guide>
        <p15:guide id="9" pos="1905" userDrawn="1">
          <p15:clr>
            <a:srgbClr val="A4A3A4"/>
          </p15:clr>
        </p15:guide>
        <p15:guide id="10" pos="393" userDrawn="1">
          <p15:clr>
            <a:srgbClr val="A4A3A4"/>
          </p15:clr>
        </p15:guide>
        <p15:guide id="11" orient="horz" pos="957" userDrawn="1">
          <p15:clr>
            <a:srgbClr val="A4A3A4"/>
          </p15:clr>
        </p15:guide>
        <p15:guide id="12" orient="horz" pos="4175" userDrawn="1">
          <p15:clr>
            <a:srgbClr val="A4A3A4"/>
          </p15:clr>
        </p15:guide>
        <p15:guide id="13" pos="5773" userDrawn="1">
          <p15:clr>
            <a:srgbClr val="A4A3A4"/>
          </p15:clr>
        </p15:guide>
        <p15:guide id="14" pos="4140" userDrawn="1">
          <p15:clr>
            <a:srgbClr val="A4A3A4"/>
          </p15:clr>
        </p15:guide>
        <p15:guide id="15" pos="5752" userDrawn="1">
          <p15:clr>
            <a:srgbClr val="A4A3A4"/>
          </p15:clr>
        </p15:guide>
        <p15:guide id="16" orient="horz" pos="324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99A"/>
    <a:srgbClr val="13A538"/>
    <a:srgbClr val="76B729"/>
    <a:srgbClr val="25B7BC"/>
    <a:srgbClr val="AFCB08"/>
    <a:srgbClr val="00A5C8"/>
    <a:srgbClr val="23A638"/>
    <a:srgbClr val="FBB900"/>
    <a:srgbClr val="482583"/>
    <a:srgbClr val="E500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819" autoAdjust="0"/>
  </p:normalViewPr>
  <p:slideViewPr>
    <p:cSldViewPr>
      <p:cViewPr varScale="1">
        <p:scale>
          <a:sx n="107" d="100"/>
          <a:sy n="107" d="100"/>
        </p:scale>
        <p:origin x="672" y="102"/>
      </p:cViewPr>
      <p:guideLst>
        <p:guide orient="horz" pos="643"/>
        <p:guide orient="horz" pos="964"/>
        <p:guide orient="horz" pos="2160"/>
        <p:guide orient="horz" pos="4043"/>
        <p:guide orient="horz" pos="4207"/>
        <p:guide pos="3611"/>
        <p:guide pos="4081"/>
        <p:guide pos="7275"/>
        <p:guide pos="1905"/>
        <p:guide pos="393"/>
        <p:guide orient="horz" pos="957"/>
        <p:guide orient="horz" pos="4175"/>
        <p:guide pos="5773"/>
        <p:guide pos="4140"/>
        <p:guide pos="5752"/>
        <p:guide orient="horz" pos="32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392"/>
    </p:cViewPr>
  </p:sorterViewPr>
  <p:notesViewPr>
    <p:cSldViewPr>
      <p:cViewPr varScale="1">
        <p:scale>
          <a:sx n="61" d="100"/>
          <a:sy n="61" d="100"/>
        </p:scale>
        <p:origin x="3254" y="53"/>
      </p:cViewPr>
      <p:guideLst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notesMaster" Target="notesMasters/notesMaster1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3" Type="http://schemas.openxmlformats.org/officeDocument/2006/relationships/tableStyles" Target="tableStyles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053B8-FB04-4AB0-A080-AB7AE9E56315}" type="datetimeFigureOut">
              <a:rPr lang="de-DE" smtClean="0"/>
              <a:pPr/>
              <a:t>23.10.2026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6B928E-9091-4764-9D3D-C4097BD9781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38261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D91BE1-7962-4D26-99A9-07CE70F19314}" type="datetimeFigureOut">
              <a:rPr lang="de-DE" smtClean="0"/>
              <a:pPr/>
              <a:t>23.10.2026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15154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09F13D-5E3F-4C20-ADC0-C88A2660A513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7928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_ AVL Company">
    <p:bg>
      <p:bgPr>
        <a:gradFill>
          <a:gsLst>
            <a:gs pos="9000">
              <a:schemeClr val="accent1"/>
            </a:gs>
            <a:gs pos="100000">
              <a:schemeClr val="accent4"/>
            </a:gs>
            <a:gs pos="70000">
              <a:schemeClr val="accent3"/>
            </a:gs>
            <a:gs pos="36000">
              <a:schemeClr val="accent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xt_Autor1">
            <a:extLst>
              <a:ext uri="{FF2B5EF4-FFF2-40B4-BE49-F238E27FC236}">
                <a16:creationId xmlns:a16="http://schemas.microsoft.com/office/drawing/2014/main" id="{7EB48C31-1C1C-4AC0-9CDA-B24163F55365}"/>
              </a:ext>
            </a:extLst>
          </p:cNvPr>
          <p:cNvSpPr txBox="1"/>
          <p:nvPr userDrawn="1"/>
        </p:nvSpPr>
        <p:spPr>
          <a:xfrm>
            <a:off x="720000" y="5295878"/>
            <a:ext cx="6840000" cy="215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sz="1400" b="0" kern="120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/>
            </a:r>
            <a:endParaRPr lang="en-US" sz="1400" b="0" kern="1200" baseline="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E91BB1B9-E479-4743-8939-B483D46886F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4021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t" anchorCtr="0">
            <a:spAutoFit/>
          </a:bodyPr>
          <a:lstStyle>
            <a:lvl1pPr marL="0" indent="0" algn="l">
              <a:buNone/>
              <a:defRPr sz="2000" cap="none" baseline="0">
                <a:solidFill>
                  <a:schemeClr val="bg1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/>
              <a:t>Presentation Subline Lorem Ipsum</a:t>
            </a:r>
          </a:p>
        </p:txBody>
      </p:sp>
      <p:sp>
        <p:nvSpPr>
          <p:cNvPr id="12" name="txt_Companyname">
            <a:extLst>
              <a:ext uri="{FF2B5EF4-FFF2-40B4-BE49-F238E27FC236}">
                <a16:creationId xmlns:a16="http://schemas.microsoft.com/office/drawing/2014/main" id="{FE79A73F-8F28-4543-AF07-21C524AF4027}"/>
              </a:ext>
            </a:extLst>
          </p:cNvPr>
          <p:cNvSpPr txBox="1">
            <a:spLocks/>
          </p:cNvSpPr>
          <p:nvPr userDrawn="1"/>
        </p:nvSpPr>
        <p:spPr>
          <a:xfrm>
            <a:off x="720000" y="6487200"/>
            <a:ext cx="5770800" cy="153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rtlCol="0" anchor="ctr" anchorCtr="0">
            <a:spAutoFit/>
          </a:bodyPr>
          <a:lstStyle>
            <a:lvl1pPr marL="0" indent="0" algn="l" defTabSz="121917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Wingdings" panose="05000000000000000000" pitchFamily="2" charset="2"/>
              <a:buNone/>
              <a:defRPr sz="2400" kern="1200" cap="none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85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19170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828754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438339" indent="0" algn="ctr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rgbClr val="999999"/>
              </a:buClr>
              <a:buFont typeface="Wingdings" pitchFamily="2" charset="2"/>
              <a:buNone/>
              <a:tabLst/>
              <a:defRPr sz="1867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3047924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7509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7093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6678" indent="0" algn="ctr" defTabSz="1219170" rtl="0" eaLnBrk="1" latinLnBrk="0" hangingPunct="1">
              <a:spcBef>
                <a:spcPct val="20000"/>
              </a:spcBef>
              <a:buFont typeface="Arial" pitchFamily="34" charset="0"/>
              <a:buNone/>
              <a:defRPr sz="2667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1000" spc="0" baseline="0"/>
              <a:t>AVL List GmbH</a:t>
            </a:r>
            <a:endParaRPr lang="en-US" sz="1000" spc="0" baseline="0" dirty="0"/>
          </a:p>
        </p:txBody>
      </p:sp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6AAD1F99-9957-4E40-AC89-A11B14E65CC7}"/>
              </a:ext>
            </a:extLst>
          </p:cNvPr>
          <p:cNvSpPr/>
          <p:nvPr userDrawn="1"/>
        </p:nvSpPr>
        <p:spPr bwMode="auto">
          <a:xfrm>
            <a:off x="10573200" y="6487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pPr lvl="0" defTabSz="914400"/>
            <a:r>
              <a:rPr lang="en-US" sz="1000" noProof="0" dirty="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0E33B2F-61F2-470C-AE4F-4E485D4496E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2494800"/>
            <a:ext cx="6840000" cy="1404000"/>
          </a:xfrm>
        </p:spPr>
        <p:txBody>
          <a:bodyPr rIns="0" bIns="3600"/>
          <a:lstStyle>
            <a:lvl1pPr>
              <a:lnSpc>
                <a:spcPct val="110000"/>
              </a:lnSpc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Document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845AB313-6724-3E64-FA78-9036E1BE2CB2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CBA4F61-7C25-67CD-00B3-8BB4A6B46B3B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70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971BF6-CE63-4A48-BBA3-FBAAA0533B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graphicFrame>
        <p:nvGraphicFramePr>
          <p:cNvPr id="4" name="tbl_Info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4FED11F-DDB0-4788-8494-C60C78F7F1C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793027856"/>
              </p:ext>
            </p:extLst>
          </p:nvPr>
        </p:nvGraphicFramePr>
        <p:xfrm>
          <a:off x="550800" y="1864800"/>
          <a:ext cx="5193600" cy="2964731"/>
        </p:xfrm>
        <a:graphic>
          <a:graphicData uri="http://schemas.openxmlformats.org/drawingml/2006/table">
            <a:tbl>
              <a:tblPr/>
              <a:tblGrid>
                <a:gridCol w="2003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01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Author(s):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/>
                      </a:r>
                      <a:endParaRPr kumimoji="0" lang="de-DE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Co-Author(s):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Approved by: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Project Leader: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Version: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/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Release date: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/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Security level: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/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Customer: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Project: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Task ID: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521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Department:</a:t>
                      </a:r>
                    </a:p>
                  </a:txBody>
                  <a:tcPr marL="48768" marR="48768" marT="36000" marB="36000"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/>
                      </a:r>
                      <a:endParaRPr kumimoji="0" lang="en-GB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 marL="48768" marR="48768" marT="36000" marB="36000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Untertitel 2">
            <a:extLst>
              <a:ext uri="{FF2B5EF4-FFF2-40B4-BE49-F238E27FC236}">
                <a16:creationId xmlns:a16="http://schemas.microsoft.com/office/drawing/2014/main" id="{82E6817F-0F8E-4A93-91C8-8C002A5A1E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00" y="1429200"/>
            <a:ext cx="11091600" cy="284400"/>
          </a:xfrm>
        </p:spPr>
        <p:txBody>
          <a:bodyPr lIns="0" rIns="0"/>
          <a:lstStyle>
            <a:lvl1pPr marL="0" indent="0" algn="l">
              <a:spcAft>
                <a:spcPts val="0"/>
              </a:spcAft>
              <a:buNone/>
              <a:defRPr b="0" cap="none" baseline="0">
                <a:solidFill>
                  <a:schemeClr val="accent2"/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/>
              <a:t>Insert title here</a:t>
            </a:r>
          </a:p>
        </p:txBody>
      </p:sp>
      <p:sp>
        <p:nvSpPr>
          <p:cNvPr id="6" name="Bildplatzhalter 12">
            <a:extLst>
              <a:ext uri="{FF2B5EF4-FFF2-40B4-BE49-F238E27FC236}">
                <a16:creationId xmlns:a16="http://schemas.microsoft.com/office/drawing/2014/main" id="{1D86D17B-77E5-418D-8559-EFB002A056B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572984" y="1864800"/>
            <a:ext cx="5069416" cy="4137733"/>
          </a:xfrm>
        </p:spPr>
        <p:txBody>
          <a:bodyPr lIns="72000" tIns="72000"/>
          <a:lstStyle>
            <a:lvl1pPr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Add picture by clicking on the symbol or place a picture within the placeholder frame.</a:t>
            </a:r>
          </a:p>
        </p:txBody>
      </p:sp>
      <p:sp>
        <p:nvSpPr>
          <p:cNvPr id="7" name="Textfeld 10">
            <a:extLst>
              <a:ext uri="{FF2B5EF4-FFF2-40B4-BE49-F238E27FC236}">
                <a16:creationId xmlns:a16="http://schemas.microsoft.com/office/drawing/2014/main" id="{86522E2E-DC40-46C8-957D-FB1FA138AECC}"/>
              </a:ext>
            </a:extLst>
          </p:cNvPr>
          <p:cNvSpPr txBox="1"/>
          <p:nvPr userDrawn="1"/>
        </p:nvSpPr>
        <p:spPr>
          <a:xfrm>
            <a:off x="550800" y="5731549"/>
            <a:ext cx="5145600" cy="270984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en-US" sz="1067" noProof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2026, AVL List GmbH</a:t>
            </a:r>
            <a:endParaRPr lang="en-US" sz="1067" noProof="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34A5921-40B5-1C21-AE84-7E5B1AC1808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641743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platzhalter 4">
            <a:extLst>
              <a:ext uri="{FF2B5EF4-FFF2-40B4-BE49-F238E27FC236}">
                <a16:creationId xmlns:a16="http://schemas.microsoft.com/office/drawing/2014/main" id="{6D109ACD-70AB-724C-ABCF-E36C7CB37EF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50800" y="492111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4</a:t>
            </a:r>
          </a:p>
        </p:txBody>
      </p:sp>
      <p:sp>
        <p:nvSpPr>
          <p:cNvPr id="35" name="Textplatzhalter 3">
            <a:extLst>
              <a:ext uri="{FF2B5EF4-FFF2-40B4-BE49-F238E27FC236}">
                <a16:creationId xmlns:a16="http://schemas.microsoft.com/office/drawing/2014/main" id="{7D35D1B4-226F-6848-9D70-8F48208C0EB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50800" y="3847682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3</a:t>
            </a:r>
          </a:p>
        </p:txBody>
      </p:sp>
      <p:sp>
        <p:nvSpPr>
          <p:cNvPr id="33" name="Textplatzhalter 2">
            <a:extLst>
              <a:ext uri="{FF2B5EF4-FFF2-40B4-BE49-F238E27FC236}">
                <a16:creationId xmlns:a16="http://schemas.microsoft.com/office/drawing/2014/main" id="{9F3A506C-7A9C-AC44-B6E3-77D77808934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0800" y="2774245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2</a:t>
            </a:r>
          </a:p>
        </p:txBody>
      </p:sp>
      <p:sp>
        <p:nvSpPr>
          <p:cNvPr id="16" name="Textplatzhalter 1.2">
            <a:extLst>
              <a:ext uri="{FF2B5EF4-FFF2-40B4-BE49-F238E27FC236}">
                <a16:creationId xmlns:a16="http://schemas.microsoft.com/office/drawing/2014/main" id="{C696809A-C38E-7847-A394-1EB1E9FCC0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703511" y="2284522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12" name="Textplatzhalter 1.1">
            <a:extLst>
              <a:ext uri="{FF2B5EF4-FFF2-40B4-BE49-F238E27FC236}">
                <a16:creationId xmlns:a16="http://schemas.microsoft.com/office/drawing/2014/main" id="{AA85F2DF-ACC8-1648-B318-2812EDDA86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03511" y="1942802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23" name="Textplatzhalter 1">
            <a:extLst>
              <a:ext uri="{FF2B5EF4-FFF2-40B4-BE49-F238E27FC236}">
                <a16:creationId xmlns:a16="http://schemas.microsoft.com/office/drawing/2014/main" id="{9D6B87CA-8968-7440-AE0A-F5F27FAD4CC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50800" y="170080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EDC9A06-3DF9-4FAD-9D81-C7E1A770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24" name="Textplatzhalter 1.2">
            <a:extLst>
              <a:ext uri="{FF2B5EF4-FFF2-40B4-BE49-F238E27FC236}">
                <a16:creationId xmlns:a16="http://schemas.microsoft.com/office/drawing/2014/main" id="{015783C9-682B-441A-9CF1-F4CD6BF6E55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703511" y="3358550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25" name="Textplatzhalter 1.1">
            <a:extLst>
              <a:ext uri="{FF2B5EF4-FFF2-40B4-BE49-F238E27FC236}">
                <a16:creationId xmlns:a16="http://schemas.microsoft.com/office/drawing/2014/main" id="{A79A032B-500F-4C73-B003-3C7BC637CFF6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703511" y="3016830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26" name="Textplatzhalter 1.2">
            <a:extLst>
              <a:ext uri="{FF2B5EF4-FFF2-40B4-BE49-F238E27FC236}">
                <a16:creationId xmlns:a16="http://schemas.microsoft.com/office/drawing/2014/main" id="{40F6D00F-F0A8-4169-B6C4-BE973712593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703511" y="4432344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27" name="Textplatzhalter 1.1">
            <a:extLst>
              <a:ext uri="{FF2B5EF4-FFF2-40B4-BE49-F238E27FC236}">
                <a16:creationId xmlns:a16="http://schemas.microsoft.com/office/drawing/2014/main" id="{AF84CBD9-7652-4E6A-9353-DF96C1425C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703511" y="4090624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28" name="Textplatzhalter 1.2">
            <a:extLst>
              <a:ext uri="{FF2B5EF4-FFF2-40B4-BE49-F238E27FC236}">
                <a16:creationId xmlns:a16="http://schemas.microsoft.com/office/drawing/2014/main" id="{79E58717-55B5-4F49-BF92-B33F60B68D7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03511" y="5508851"/>
            <a:ext cx="9937104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29" name="Textplatzhalter 1.1">
            <a:extLst>
              <a:ext uri="{FF2B5EF4-FFF2-40B4-BE49-F238E27FC236}">
                <a16:creationId xmlns:a16="http://schemas.microsoft.com/office/drawing/2014/main" id="{C2EB1E4F-1570-4F9C-B8BA-C53AFB92176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703511" y="5167131"/>
            <a:ext cx="9937104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FB14FAD-EEB1-F13B-6AFF-64B4E0AD85A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37720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894EDF-3F29-4A9C-83C7-ADDDB043AE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64" name="Textplatzhalter 4">
            <a:extLst>
              <a:ext uri="{FF2B5EF4-FFF2-40B4-BE49-F238E27FC236}">
                <a16:creationId xmlns:a16="http://schemas.microsoft.com/office/drawing/2014/main" id="{FFCEEBDB-4EB8-4B95-9925-7C0E454FB36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50800" y="492111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4</a:t>
            </a:r>
          </a:p>
        </p:txBody>
      </p:sp>
      <p:sp>
        <p:nvSpPr>
          <p:cNvPr id="65" name="Textplatzhalter 3">
            <a:extLst>
              <a:ext uri="{FF2B5EF4-FFF2-40B4-BE49-F238E27FC236}">
                <a16:creationId xmlns:a16="http://schemas.microsoft.com/office/drawing/2014/main" id="{AB0724BA-51B0-4A8D-9F82-E633BABBAE7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50800" y="3847682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3</a:t>
            </a:r>
          </a:p>
        </p:txBody>
      </p:sp>
      <p:sp>
        <p:nvSpPr>
          <p:cNvPr id="66" name="Textplatzhalter 2">
            <a:extLst>
              <a:ext uri="{FF2B5EF4-FFF2-40B4-BE49-F238E27FC236}">
                <a16:creationId xmlns:a16="http://schemas.microsoft.com/office/drawing/2014/main" id="{C11DB137-7E43-4FB1-8A2A-D711DE1C589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0800" y="2774245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2</a:t>
            </a:r>
          </a:p>
        </p:txBody>
      </p:sp>
      <p:sp>
        <p:nvSpPr>
          <p:cNvPr id="67" name="Textplatzhalter 1.2">
            <a:extLst>
              <a:ext uri="{FF2B5EF4-FFF2-40B4-BE49-F238E27FC236}">
                <a16:creationId xmlns:a16="http://schemas.microsoft.com/office/drawing/2014/main" id="{3254AD95-F9E1-4CA1-8EAF-15038DAB89F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703511" y="2284522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68" name="Textplatzhalter 1.1">
            <a:extLst>
              <a:ext uri="{FF2B5EF4-FFF2-40B4-BE49-F238E27FC236}">
                <a16:creationId xmlns:a16="http://schemas.microsoft.com/office/drawing/2014/main" id="{D5579AB6-1C62-43BD-8DEA-357A29EB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03511" y="1942802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69" name="Textplatzhalter 1">
            <a:extLst>
              <a:ext uri="{FF2B5EF4-FFF2-40B4-BE49-F238E27FC236}">
                <a16:creationId xmlns:a16="http://schemas.microsoft.com/office/drawing/2014/main" id="{65BBAADE-5208-4189-831F-BDCD50D4F49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50800" y="170080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70" name="Textplatzhalter 1.2">
            <a:extLst>
              <a:ext uri="{FF2B5EF4-FFF2-40B4-BE49-F238E27FC236}">
                <a16:creationId xmlns:a16="http://schemas.microsoft.com/office/drawing/2014/main" id="{03579526-CAC0-4F44-A279-524AEC1FE3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703511" y="3358550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71" name="Textplatzhalter 1.1">
            <a:extLst>
              <a:ext uri="{FF2B5EF4-FFF2-40B4-BE49-F238E27FC236}">
                <a16:creationId xmlns:a16="http://schemas.microsoft.com/office/drawing/2014/main" id="{926B7506-68AC-4F51-B976-287E94B98324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703511" y="3016830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72" name="Textplatzhalter 1.2">
            <a:extLst>
              <a:ext uri="{FF2B5EF4-FFF2-40B4-BE49-F238E27FC236}">
                <a16:creationId xmlns:a16="http://schemas.microsoft.com/office/drawing/2014/main" id="{35C2B663-BA0E-481C-97D8-B81FFAEB277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703511" y="4432344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73" name="Textplatzhalter 1.1">
            <a:extLst>
              <a:ext uri="{FF2B5EF4-FFF2-40B4-BE49-F238E27FC236}">
                <a16:creationId xmlns:a16="http://schemas.microsoft.com/office/drawing/2014/main" id="{AFC04CE1-4116-4B43-9256-CA40A47409A9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703511" y="4090624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74" name="Textplatzhalter 1.2">
            <a:extLst>
              <a:ext uri="{FF2B5EF4-FFF2-40B4-BE49-F238E27FC236}">
                <a16:creationId xmlns:a16="http://schemas.microsoft.com/office/drawing/2014/main" id="{13E1D22E-4F77-48C8-8977-557BD20CB098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703511" y="5508851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75" name="Textplatzhalter 1.1">
            <a:extLst>
              <a:ext uri="{FF2B5EF4-FFF2-40B4-BE49-F238E27FC236}">
                <a16:creationId xmlns:a16="http://schemas.microsoft.com/office/drawing/2014/main" id="{ECCAE162-9383-4725-885C-D15B27CAB8C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703511" y="5167131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88" name="Textplatzhalter 4">
            <a:extLst>
              <a:ext uri="{FF2B5EF4-FFF2-40B4-BE49-F238E27FC236}">
                <a16:creationId xmlns:a16="http://schemas.microsoft.com/office/drawing/2014/main" id="{F0758F8F-78B0-4EC4-9117-5F2C634F6F65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682003" y="492111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8</a:t>
            </a:r>
          </a:p>
        </p:txBody>
      </p:sp>
      <p:sp>
        <p:nvSpPr>
          <p:cNvPr id="89" name="Textplatzhalter 3">
            <a:extLst>
              <a:ext uri="{FF2B5EF4-FFF2-40B4-BE49-F238E27FC236}">
                <a16:creationId xmlns:a16="http://schemas.microsoft.com/office/drawing/2014/main" id="{0D98B5D4-EF3C-4B28-8792-06344AAFE11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6682003" y="3847682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7</a:t>
            </a:r>
          </a:p>
        </p:txBody>
      </p:sp>
      <p:sp>
        <p:nvSpPr>
          <p:cNvPr id="90" name="Textplatzhalter 2">
            <a:extLst>
              <a:ext uri="{FF2B5EF4-FFF2-40B4-BE49-F238E27FC236}">
                <a16:creationId xmlns:a16="http://schemas.microsoft.com/office/drawing/2014/main" id="{97768EE4-E2D7-4FC3-96FA-D812B521B179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6682003" y="2774245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6</a:t>
            </a:r>
          </a:p>
        </p:txBody>
      </p:sp>
      <p:sp>
        <p:nvSpPr>
          <p:cNvPr id="91" name="Textplatzhalter 1.2">
            <a:extLst>
              <a:ext uri="{FF2B5EF4-FFF2-40B4-BE49-F238E27FC236}">
                <a16:creationId xmlns:a16="http://schemas.microsoft.com/office/drawing/2014/main" id="{E08A6EE5-7A68-4407-BD41-576B456DADAF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7834714" y="2284522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2" name="Textplatzhalter 1.1">
            <a:extLst>
              <a:ext uri="{FF2B5EF4-FFF2-40B4-BE49-F238E27FC236}">
                <a16:creationId xmlns:a16="http://schemas.microsoft.com/office/drawing/2014/main" id="{D5349FC7-C5AA-4668-8BDE-8F56DB23E3BD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7834714" y="1942802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93" name="Textplatzhalter 1">
            <a:extLst>
              <a:ext uri="{FF2B5EF4-FFF2-40B4-BE49-F238E27FC236}">
                <a16:creationId xmlns:a16="http://schemas.microsoft.com/office/drawing/2014/main" id="{D434C2B8-389D-4B59-ADCC-AA6BBAA45266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6682003" y="1700808"/>
            <a:ext cx="720000" cy="720000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buFont typeface="+mj-lt"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5</a:t>
            </a:r>
          </a:p>
        </p:txBody>
      </p:sp>
      <p:sp>
        <p:nvSpPr>
          <p:cNvPr id="94" name="Textplatzhalter 1.2">
            <a:extLst>
              <a:ext uri="{FF2B5EF4-FFF2-40B4-BE49-F238E27FC236}">
                <a16:creationId xmlns:a16="http://schemas.microsoft.com/office/drawing/2014/main" id="{5116BDDB-9DB4-4093-A68B-226AA9E48D92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834714" y="3358550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5" name="Textplatzhalter 1.1">
            <a:extLst>
              <a:ext uri="{FF2B5EF4-FFF2-40B4-BE49-F238E27FC236}">
                <a16:creationId xmlns:a16="http://schemas.microsoft.com/office/drawing/2014/main" id="{2C322832-D7A5-4A78-8FD0-BE987B3F1DCF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7834714" y="3016830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96" name="Textplatzhalter 1.2">
            <a:extLst>
              <a:ext uri="{FF2B5EF4-FFF2-40B4-BE49-F238E27FC236}">
                <a16:creationId xmlns:a16="http://schemas.microsoft.com/office/drawing/2014/main" id="{94EF32CE-8BA5-4D1C-A844-0955DF44A6AA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7834714" y="4432344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7" name="Textplatzhalter 1.1">
            <a:extLst>
              <a:ext uri="{FF2B5EF4-FFF2-40B4-BE49-F238E27FC236}">
                <a16:creationId xmlns:a16="http://schemas.microsoft.com/office/drawing/2014/main" id="{2F3ADB77-6CA2-4204-BFCA-3989C2F70300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7834714" y="4090624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98" name="Textplatzhalter 1.2">
            <a:extLst>
              <a:ext uri="{FF2B5EF4-FFF2-40B4-BE49-F238E27FC236}">
                <a16:creationId xmlns:a16="http://schemas.microsoft.com/office/drawing/2014/main" id="{E9D51514-63BB-4111-AE83-AC901C37EA34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7834714" y="5508851"/>
            <a:ext cx="3816000" cy="51575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400" b="0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99" name="Textplatzhalter 1.1">
            <a:extLst>
              <a:ext uri="{FF2B5EF4-FFF2-40B4-BE49-F238E27FC236}">
                <a16:creationId xmlns:a16="http://schemas.microsoft.com/office/drawing/2014/main" id="{F39E7B04-17FD-477D-9AF5-8FD9169C459D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7834714" y="5167131"/>
            <a:ext cx="3816000" cy="236013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</a:t>
            </a:r>
            <a:r>
              <a:rPr lang="en-US" noProof="0" dirty="0"/>
              <a:t>here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828939C-89B3-62CA-C484-09BDA80A126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70040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erator Pres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7D7077-C811-4E00-938D-24F4C63B21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6">
            <a:extLst>
              <a:ext uri="{FF2B5EF4-FFF2-40B4-BE49-F238E27FC236}">
                <a16:creationId xmlns:a16="http://schemas.microsoft.com/office/drawing/2014/main" id="{6C42BA90-4BE3-49B4-8D95-BAA5C229B0D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49737" y="2576198"/>
            <a:ext cx="4946463" cy="3517098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CV here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430EBC2A-71A2-4CC0-B496-233A8B2B3A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49737" y="1798598"/>
            <a:ext cx="4946463" cy="777600"/>
          </a:xfrm>
          <a:noFill/>
          <a:ln>
            <a:noFill/>
          </a:ln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 err="1"/>
              <a:t>Firstname</a:t>
            </a:r>
            <a:r>
              <a:rPr lang="en-US" noProof="0" dirty="0"/>
              <a:t> Surname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3CD2DC75-1DA9-4461-8331-696E9B6AE59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51384" y="1798599"/>
            <a:ext cx="1984889" cy="2232834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C89ECFA-6E52-E481-F218-4969D4302F7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85428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2EC93B-0C0F-4F6B-8324-5FE32A993E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C494111F-E216-4949-B3A7-67DE9A52BF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384" y="1800000"/>
            <a:ext cx="1632195" cy="1836083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AA74CDA7-3319-49D9-AEC2-547D761354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48552" y="2577803"/>
            <a:ext cx="3409336" cy="3518438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CV here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8C0FB44-1662-44AA-98C6-5DC93F0800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448552" y="1801544"/>
            <a:ext cx="3409336" cy="776259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 err="1"/>
              <a:t>Firstname</a:t>
            </a:r>
            <a:r>
              <a:rPr lang="en-US" noProof="0" dirty="0"/>
              <a:t> Surname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26C8FA-2051-4B15-B74D-38490989944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36854" y="1800000"/>
            <a:ext cx="1632195" cy="1836083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9D2DF1E2-FE60-41F2-8378-3C96971849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33648" y="2577803"/>
            <a:ext cx="3409336" cy="3518438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CV here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0908AF0D-6FAE-41D6-AD8F-38FE1B45895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233648" y="1801544"/>
            <a:ext cx="3409336" cy="776259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 err="1"/>
              <a:t>Firstname</a:t>
            </a:r>
            <a:r>
              <a:rPr lang="en-US" noProof="0" dirty="0"/>
              <a:t> Surname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BB211C7-C96E-71D5-0D31-4EFAA7819BBF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9118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564CFA-73FA-4FF9-BEC5-7476321DE0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A50024BE-BB11-455C-9C32-C6F174DEDF7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384" y="1473778"/>
            <a:ext cx="1292222" cy="1453642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A57364B-2E8A-4DED-8C23-B41533E6446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1384" y="3873505"/>
            <a:ext cx="3393105" cy="2222496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/>
              <a:t>Insert CV here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F936F3F-0DB3-4406-95A9-53C8740C4D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1384" y="3095905"/>
            <a:ext cx="3393107" cy="777600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 err="1"/>
              <a:t>Firstname</a:t>
            </a:r>
            <a:r>
              <a:rPr lang="en-US" dirty="0"/>
              <a:t> Surname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94F8C6D-7A18-4EE5-BCA4-92CEBC65D898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98979" y="1473778"/>
            <a:ext cx="1292222" cy="1453642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9" name="Textplatzhalter 6">
            <a:extLst>
              <a:ext uri="{FF2B5EF4-FFF2-40B4-BE49-F238E27FC236}">
                <a16:creationId xmlns:a16="http://schemas.microsoft.com/office/drawing/2014/main" id="{D3E922AD-3780-4C63-8C45-109F48698A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90249" y="3873505"/>
            <a:ext cx="3393105" cy="2222496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/>
              <a:t>Insert CV here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E28267E6-B996-4D40-B08A-5CCAF7FEFD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90249" y="3095905"/>
            <a:ext cx="3393107" cy="777600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 err="1"/>
              <a:t>Firstname</a:t>
            </a:r>
            <a:r>
              <a:rPr lang="en-US" dirty="0"/>
              <a:t> Surname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A28C7A6F-ABF2-4A43-8D86-4160AC02370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251200" y="1473778"/>
            <a:ext cx="1292222" cy="1453642"/>
          </a:xfrm>
          <a:prstGeom prst="rect">
            <a:avLst/>
          </a:prstGeom>
          <a:noFill/>
          <a:ln w="19050">
            <a:noFill/>
          </a:ln>
        </p:spPr>
        <p:txBody>
          <a:bodyPr tIns="0" bIns="487704" anchor="t"/>
          <a:lstStyle>
            <a:lvl1pPr algn="l">
              <a:buNone/>
              <a:defRPr sz="16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63BE500-E6E1-41BF-B02F-899E750513C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49879" y="3873505"/>
            <a:ext cx="3393105" cy="2222496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/>
              <a:t>Insert CV here</a:t>
            </a:r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463F4C21-15EB-4DC7-ACFA-662867267B5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49877" y="3095905"/>
            <a:ext cx="3393107" cy="777600"/>
          </a:xfrm>
          <a:noFill/>
          <a:ln>
            <a:noFill/>
          </a:ln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="1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dirty="0" err="1"/>
              <a:t>Firstname</a:t>
            </a:r>
            <a:r>
              <a:rPr lang="en-US" dirty="0"/>
              <a:t> Surname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F211FB2-F945-4662-C077-CDFCB710F8C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84227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3DA6DF-1BE3-4129-B261-15B4AF4311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  <a:effectLst/>
        </p:spPr>
        <p:txBody>
          <a:bodyPr vert="horz" lIns="0" tIns="0" rIns="0" bIns="0" rtlCol="0" anchor="b">
            <a:noAutofit/>
          </a:bodyPr>
          <a:lstStyle>
            <a:lvl1pPr>
              <a:defRPr lang="en-US" dirty="0"/>
            </a:lvl1pPr>
          </a:lstStyle>
          <a:p>
            <a:pPr marL="0" marR="0" lvl="0" indent="0" fontAlgn="auto">
              <a:spcAft>
                <a:spcPts val="0"/>
              </a:spcAft>
              <a:buClrTx/>
              <a:buSzTx/>
              <a:buFontTx/>
              <a:tabLst/>
            </a:pPr>
            <a:r>
              <a:rPr lang="en-US" dirty="0"/>
              <a:t>Edit master title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03D7FC7-5652-472E-8C83-E01045B2CC1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552901"/>
            <a:ext cx="11091600" cy="4539600"/>
          </a:xfrm>
        </p:spPr>
        <p:txBody>
          <a:bodyPr vert="horz" lIns="0" tIns="0" rIns="0" bIns="0" rtlCol="0">
            <a:noAutofit/>
          </a:bodyPr>
          <a:lstStyle>
            <a:lvl1pPr marL="230400" indent="-230400"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noProof="0" dirty="0">
                <a:solidFill>
                  <a:schemeClr val="tx1"/>
                </a:solidFill>
              </a:defRPr>
            </a:lvl1pPr>
            <a:lvl2pPr marL="468312" indent="-285750">
              <a:buClr>
                <a:schemeClr val="tx1"/>
              </a:buClr>
              <a:buFont typeface="Symbol" panose="05050102010706020507" pitchFamily="18" charset="2"/>
              <a:buChar char="-"/>
              <a:defRPr lang="en-US" sz="1600" noProof="0" dirty="0">
                <a:solidFill>
                  <a:schemeClr val="tx1"/>
                </a:solidFill>
              </a:defRPr>
            </a:lvl2pPr>
            <a:lvl3pPr marL="654050" indent="-285750">
              <a:buClr>
                <a:schemeClr val="tx1"/>
              </a:buClr>
              <a:buFont typeface="Symbol" panose="05050102010706020507" pitchFamily="18" charset="2"/>
              <a:buChar char="-"/>
              <a:defRPr lang="en-US" sz="1400" noProof="0" dirty="0">
                <a:solidFill>
                  <a:schemeClr val="tx1"/>
                </a:solidFill>
              </a:defRPr>
            </a:lvl3pPr>
            <a:lvl4pPr marL="711200" indent="-171450">
              <a:buClr>
                <a:schemeClr val="tx1"/>
              </a:buClr>
              <a:buFont typeface="Symbol" panose="05050102010706020507" pitchFamily="18" charset="2"/>
              <a:buChar char="-"/>
              <a:defRPr lang="en-US" sz="1200" noProof="0" dirty="0">
                <a:solidFill>
                  <a:schemeClr val="tx1"/>
                </a:solidFill>
              </a:defRPr>
            </a:lvl4pPr>
            <a:lvl5pPr marL="884237" indent="-171450">
              <a:buClr>
                <a:schemeClr val="tx1"/>
              </a:buClr>
              <a:buFont typeface="Symbol" panose="05050102010706020507" pitchFamily="18" charset="2"/>
              <a:buChar char="-"/>
              <a:defRPr lang="en-US" sz="1200" baseline="0" noProof="0" dirty="0">
                <a:solidFill>
                  <a:schemeClr val="tx1"/>
                </a:solidFill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6FA848E-A1C3-9D48-29B9-086BBCD224E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87390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467E53-0ECB-44E4-8214-E179912637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Textplatzhalter 1">
            <a:extLst>
              <a:ext uri="{FF2B5EF4-FFF2-40B4-BE49-F238E27FC236}">
                <a16:creationId xmlns:a16="http://schemas.microsoft.com/office/drawing/2014/main" id="{2A8E013D-4992-49C9-BC42-2E6474D8BB4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84CBC69-F283-44C8-8359-7F132A0A1A6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844816"/>
            <a:ext cx="11091600" cy="4246384"/>
          </a:xfrm>
        </p:spPr>
        <p:txBody>
          <a:bodyPr vert="horz" lIns="0" tIns="0" rIns="0" bIns="0" rtlCol="0">
            <a:noAutofit/>
          </a:bodyPr>
          <a:lstStyle>
            <a:lvl1pPr marL="285750" indent="-285750">
              <a:buClrTx/>
              <a:buFont typeface="Wingdings" panose="05000000000000000000" pitchFamily="2" charset="2"/>
              <a:buChar char="§"/>
              <a:defRPr lang="en-US" sz="1600" noProof="0" dirty="0"/>
            </a:lvl1pPr>
            <a:lvl2pPr marL="529200" indent="-3420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4050" indent="-28575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145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48D5C2D-3D51-1B96-7ED2-BB1891E3A556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77738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5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732CAC-D4B3-4EFF-85DA-A481882BD4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1B9EBB46-B58F-4690-A1A2-8316670E953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63" y="1551600"/>
            <a:ext cx="11091862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4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CD728FF-F25B-E77A-3ECB-9DD1E0070C53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65179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52D3A8-61ED-40DD-874B-AA7B44A2FB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2586A00-EB38-C28B-3538-419FA7EFB8E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74726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35BD79-7A43-43DF-8987-4A120DE9AB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6" name="Textplatzhalter 1">
            <a:extLst>
              <a:ext uri="{FF2B5EF4-FFF2-40B4-BE49-F238E27FC236}">
                <a16:creationId xmlns:a16="http://schemas.microsoft.com/office/drawing/2014/main" id="{275022A4-AAC9-41D7-ABBF-14A3BEF5EF4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519FC7-1AD3-20FE-3958-9E78F532B5B5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38539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light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E56B6-AAB3-44E7-9DBE-5A57D120D4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Edit master title</a:t>
            </a:r>
            <a:endParaRPr lang="en-US" dirty="0"/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12140428-89FD-4420-AC86-E5B7AE0168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7232"/>
            <a:ext cx="11091600" cy="828089"/>
          </a:xfrm>
          <a:noFill/>
          <a:ln>
            <a:solidFill>
              <a:schemeClr val="bg1">
                <a:lumMod val="85000"/>
              </a:schemeClr>
            </a:solidFill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smtClean="0"/>
            </a:lvl1pPr>
            <a:lvl2pPr>
              <a:defRPr lang="de-DE" sz="1600" smtClean="0"/>
            </a:lvl2pPr>
            <a:lvl3pPr>
              <a:defRPr lang="de-DE" sz="1600" smtClean="0"/>
            </a:lvl3pPr>
            <a:lvl4pPr>
              <a:defRPr lang="de-DE" sz="1600" smtClean="0"/>
            </a:lvl4pPr>
            <a:lvl5pPr>
              <a:defRPr lang="en-US" sz="1600"/>
            </a:lvl5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10" name="Inhaltsplatzhalter 10">
            <a:extLst>
              <a:ext uri="{FF2B5EF4-FFF2-40B4-BE49-F238E27FC236}">
                <a16:creationId xmlns:a16="http://schemas.microsoft.com/office/drawing/2014/main" id="{7A47C04D-8C7C-4090-B21E-5A9F65CAA53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0863" y="1551600"/>
            <a:ext cx="11091862" cy="3857632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4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23E823-D350-77E4-24EA-A83CEFC5251A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14470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DC0E89-4C4B-4F57-A235-49F9403B5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1AC0435-38D1-41F4-965E-67D8784B868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7232"/>
            <a:ext cx="11091600" cy="828089"/>
          </a:xfrm>
          <a:noFill/>
          <a:ln>
            <a:solidFill>
              <a:schemeClr val="bg1">
                <a:lumMod val="85000"/>
              </a:schemeClr>
            </a:solidFill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smtClean="0"/>
            </a:lvl1pPr>
            <a:lvl2pPr>
              <a:defRPr lang="de-DE" sz="1600" smtClean="0"/>
            </a:lvl2pPr>
            <a:lvl3pPr>
              <a:defRPr lang="de-DE" sz="1600" smtClean="0"/>
            </a:lvl3pPr>
            <a:lvl4pPr>
              <a:defRPr lang="de-DE" sz="1600" smtClean="0"/>
            </a:lvl4pPr>
            <a:lvl5pPr>
              <a:defRPr lang="en-US" sz="1600"/>
            </a:lvl5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6FF9CC5-C359-047F-9622-E16789C3AD1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110829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dark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E54240-C216-4EDE-A6F1-C49C3EBDA1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Edit master title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900FDA6-3E19-4B8D-BFE5-4ED39B8131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9078"/>
            <a:ext cx="11091600" cy="828089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dirty="0" smtClean="0"/>
            </a:lvl1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6" name="Inhaltsplatzhalter 10">
            <a:extLst>
              <a:ext uri="{FF2B5EF4-FFF2-40B4-BE49-F238E27FC236}">
                <a16:creationId xmlns:a16="http://schemas.microsoft.com/office/drawing/2014/main" id="{241837BA-008B-4E2A-81F4-BCF82A48224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0863" y="1551600"/>
            <a:ext cx="11091862" cy="3857632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4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Tx/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Second Level</a:t>
            </a:r>
          </a:p>
          <a:p>
            <a:pPr lvl="2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Third Level</a:t>
            </a:r>
          </a:p>
          <a:p>
            <a:pPr lvl="3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Fourth Level</a:t>
            </a:r>
          </a:p>
          <a:p>
            <a:pPr lvl="4">
              <a:buClr>
                <a:schemeClr val="bg1">
                  <a:lumMod val="65000"/>
                </a:schemeClr>
              </a:buClr>
            </a:pPr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DB3BB6F-524B-77FF-ECC0-3CFD8078894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2822361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box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CCE13F-B17B-487E-8BF6-64DCDFB35B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55708E4-803E-43BC-88EE-1944610DDF6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00" y="5519078"/>
            <a:ext cx="11091600" cy="828089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0000" tIns="90000" rIns="90000" bIns="90000" rtlCol="0" anchor="ctr">
            <a:noAutofit/>
          </a:bodyPr>
          <a:lstStyle>
            <a:lvl1pPr>
              <a:defRPr lang="de-DE" sz="1400" dirty="0" smtClean="0"/>
            </a:lvl1pPr>
          </a:lstStyle>
          <a:p>
            <a:pPr lvl="0"/>
            <a:r>
              <a:rPr lang="en-US" noProof="0" dirty="0"/>
              <a:t>Edit takeaway box, key message in Verdana 14 pt / Edit takeaway box, key message in Verdana 14 pt / Edit takeaway box, key message in Verdana 14 pt , key message in Verdana 14 pt , key message in Verdana 14 pt , key message in Verdana 14 pt , key message in Verdana 14 pt , key message in Verdana 14 pt , key message in Verdana 14 pt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D6882B-6499-91A7-4E7B-0D07C891D8A7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754466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80390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07501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6DD733-DEE0-4A41-B24D-F04B8E2EAC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E5BA661-0395-4A12-99CD-2D797E40ED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7A1026C-D313-473E-B2C6-08C93A6F966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3800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1014F24-EE09-81B7-A8E6-F0B6B0AD227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401245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BB0F65-6548-4A41-BD88-41812B1AF3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Textplatzhalter 1">
            <a:extLst>
              <a:ext uri="{FF2B5EF4-FFF2-40B4-BE49-F238E27FC236}">
                <a16:creationId xmlns:a16="http://schemas.microsoft.com/office/drawing/2014/main" id="{E932AA9D-97B7-447C-B44A-945CCC68895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A8A76A-6192-4422-9EE5-5A9BC4839D6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00" y="1843200"/>
            <a:ext cx="5374800" cy="42480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575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E8510ECD-4719-413D-BC3B-8C2C32BDC03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3800" y="1843200"/>
            <a:ext cx="5374800" cy="42480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2D7A11-714F-6015-CD6F-6F2EB87743E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051317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1A535F-9CC1-4E57-9089-C65432A9E2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434D7C0-91C3-4C7F-8359-02A884BEF39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50862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de-DE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C2BCFE90-9D14-4A71-B056-7BEA4A7427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4800" y="1551600"/>
            <a:ext cx="5367600" cy="4539600"/>
          </a:xfrm>
        </p:spPr>
        <p:txBody>
          <a:bodyPr lIns="0">
            <a:noAutofit/>
          </a:bodyPr>
          <a:lstStyle>
            <a:lvl1pPr marL="230400" indent="-230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Wingdings" panose="05000000000000000000" pitchFamily="2" charset="2"/>
              <a:buChar char="§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kern="1200" baseline="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4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noProof="0" dirty="0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kern="1200" baseline="0" noProof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A96CEE5-189F-F590-1D1A-9955680D4288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9977582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hapterslide with Backgroundimage">
    <p:bg>
      <p:bgPr>
        <a:gradFill>
          <a:gsLst>
            <a:gs pos="9000">
              <a:schemeClr val="accent1"/>
            </a:gs>
            <a:gs pos="100000">
              <a:schemeClr val="accent4"/>
            </a:gs>
            <a:gs pos="70000">
              <a:schemeClr val="accent3"/>
            </a:gs>
            <a:gs pos="36000">
              <a:schemeClr val="accent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A5DE476F-CFBE-43AB-BBFB-31572F11E807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A4D14DC8-9F91-408D-99E5-662C45BBF5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25" name="Untertitel 2">
            <a:extLst>
              <a:ext uri="{FF2B5EF4-FFF2-40B4-BE49-F238E27FC236}">
                <a16:creationId xmlns:a16="http://schemas.microsoft.com/office/drawing/2014/main" id="{3D9F7027-F6DB-4FD7-AD91-8203B3FC92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448A498D-2DC1-1443-C588-94EE93147E20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64C2ED-7A1C-F098-50AC-018AE244D96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776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hapterslide with Backgroundimage">
    <p:bg>
      <p:bgPr>
        <a:gradFill flip="none" rotWithShape="1">
          <a:gsLst>
            <a:gs pos="0">
              <a:srgbClr val="00A5C8"/>
            </a:gs>
            <a:gs pos="97000">
              <a:srgbClr val="13A538"/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xt_SecurityLevel">
            <a:extLst>
              <a:ext uri="{FF2B5EF4-FFF2-40B4-BE49-F238E27FC236}">
                <a16:creationId xmlns:a16="http://schemas.microsoft.com/office/drawing/2014/main" id="{CF3A7A99-3101-BE4C-850E-A043FCD64E9C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83EF6520-0DDA-814D-AF60-7A742377AC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16" name="Untertitel 2">
            <a:extLst>
              <a:ext uri="{FF2B5EF4-FFF2-40B4-BE49-F238E27FC236}">
                <a16:creationId xmlns:a16="http://schemas.microsoft.com/office/drawing/2014/main" id="{64ADAEBD-7678-7F46-9995-28E94E6D449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939ECEC3-41EC-214F-DB2B-31719519A7DA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12913A-D731-8D8D-4F61-FD36FB575A2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515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hapterslide with Backgroundimage">
    <p:bg>
      <p:bgPr>
        <a:gradFill flip="none" rotWithShape="1">
          <a:gsLst>
            <a:gs pos="0">
              <a:srgbClr val="00599A"/>
            </a:gs>
            <a:gs pos="97000">
              <a:srgbClr val="00A5C8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72481338-2700-B84A-8514-7453AC723C60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D807DA5-66AF-2647-AFD0-4F2587E415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195E1E76-7C1B-9B40-B9CA-1641892F998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4F4F0CC3-3567-A7DE-1167-2939668F5E0B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EE438EE-AD81-CEBE-5AAC-184226EFECCD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81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hapterslide with Backgroundimage">
    <p:bg>
      <p:bgPr>
        <a:gradFill>
          <a:gsLst>
            <a:gs pos="0">
              <a:srgbClr val="13A538"/>
            </a:gs>
            <a:gs pos="97000">
              <a:srgbClr val="AFCB08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xt_SecurityLevel">
            <a:extLst>
              <a:ext uri="{FF2B5EF4-FFF2-40B4-BE49-F238E27FC236}">
                <a16:creationId xmlns:a16="http://schemas.microsoft.com/office/drawing/2014/main" id="{EE9715CF-452B-AC44-A953-B6F1245B261A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F93B270-7A45-0B46-BD10-B162614F765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000" y="3102501"/>
            <a:ext cx="6840000" cy="14026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>
            <a:lvl1pPr algn="l">
              <a:lnSpc>
                <a:spcPct val="110000"/>
              </a:lnSpc>
              <a:defRPr sz="4200" b="0" baseline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Selection Title</a:t>
            </a:r>
            <a:br>
              <a:rPr lang="en-US" noProof="0" dirty="0"/>
            </a:br>
            <a:r>
              <a:rPr lang="en-US" noProof="0" dirty="0"/>
              <a:t>Lorem Ipsum </a:t>
            </a:r>
            <a:r>
              <a:rPr lang="en-US" noProof="0" dirty="0" err="1"/>
              <a:t>Dolar</a:t>
            </a:r>
            <a:r>
              <a:rPr lang="en-US" noProof="0" dirty="0"/>
              <a:t>.</a:t>
            </a:r>
            <a:endParaRPr lang="en-US" sz="4200" dirty="0">
              <a:solidFill>
                <a:schemeClr val="bg1"/>
              </a:solidFill>
              <a:latin typeface="Avenir Light" panose="020B0402020203020204" pitchFamily="34" charset="77"/>
            </a:endParaRP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0D64F027-CE96-FA4E-9613-686153ACC42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2563200"/>
            <a:ext cx="6840000" cy="307777"/>
          </a:xfrm>
          <a:noFill/>
          <a:ln>
            <a:noFill/>
          </a:ln>
          <a:effectLst/>
        </p:spPr>
        <p:txBody>
          <a:bodyPr wrap="square" lIns="0" tIns="0" rIns="0" bIns="0" anchor="ctr" anchorCtr="0">
            <a:noAutofit/>
          </a:bodyPr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2000" cap="none" baseline="0">
                <a:ln>
                  <a:noFill/>
                </a:ln>
                <a:solidFill>
                  <a:schemeClr val="bg1"/>
                </a:solidFill>
                <a:latin typeface="+mn-lt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noProof="0" dirty="0"/>
              <a:t>Presentation Title Lorem Ipsum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8C72E19E-A750-83AE-2271-9AAC56CE5C8D}"/>
              </a:ext>
            </a:extLst>
          </p:cNvPr>
          <p:cNvSpPr/>
          <p:nvPr userDrawn="1"/>
        </p:nvSpPr>
        <p:spPr>
          <a:xfrm>
            <a:off x="-7304" y="6714169"/>
            <a:ext cx="5328592" cy="143831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B80C734-D14E-B3F6-3794-70A9F570E167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6348" t="20954" r="16349" b="37963"/>
          <a:stretch/>
        </p:blipFill>
        <p:spPr>
          <a:xfrm>
            <a:off x="720000" y="727478"/>
            <a:ext cx="1433675" cy="6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175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Bulletpoints and Background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3">
            <a:extLst>
              <a:ext uri="{FF2B5EF4-FFF2-40B4-BE49-F238E27FC236}">
                <a16:creationId xmlns:a16="http://schemas.microsoft.com/office/drawing/2014/main" id="{0B55CBE8-7896-644C-8685-A72281C663A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1412875"/>
            <a:ext cx="12192000" cy="4675579"/>
          </a:xfrm>
        </p:spPr>
        <p:txBody>
          <a:bodyPr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766BEC6A-6D96-FB40-9FDF-B1F86017E1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3" y="24497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 b="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3694AE3-8648-E94D-83DC-BF3FC5A58A85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550863" y="29249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C1F8CCB5-7E2B-9940-B805-C28BA988738D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550863" y="38849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2" name="Inhaltsplatzhalter 3">
            <a:extLst>
              <a:ext uri="{FF2B5EF4-FFF2-40B4-BE49-F238E27FC236}">
                <a16:creationId xmlns:a16="http://schemas.microsoft.com/office/drawing/2014/main" id="{AEF99499-E3AF-2846-BA5E-27BAB612A495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550863" y="43649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3" name="Inhaltsplatzhalter 3">
            <a:extLst>
              <a:ext uri="{FF2B5EF4-FFF2-40B4-BE49-F238E27FC236}">
                <a16:creationId xmlns:a16="http://schemas.microsoft.com/office/drawing/2014/main" id="{7E80EA54-1F16-EC4D-83FC-0DE02B25CBDF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550863" y="4848913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24" name="Inhaltsplatzhalter 3">
            <a:extLst>
              <a:ext uri="{FF2B5EF4-FFF2-40B4-BE49-F238E27FC236}">
                <a16:creationId xmlns:a16="http://schemas.microsoft.com/office/drawing/2014/main" id="{E4E8EF44-3588-5243-82F3-5C0677B1F134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550863" y="3400112"/>
            <a:ext cx="1180921" cy="367695"/>
          </a:xfrm>
          <a:solidFill>
            <a:schemeClr val="bg1"/>
          </a:solidFill>
        </p:spPr>
        <p:txBody>
          <a:bodyPr wrap="none" tIns="32400" rIns="90000" bIns="32400" anchor="t" anchorCtr="0">
            <a:spAutoFit/>
          </a:bodyPr>
          <a:lstStyle>
            <a:lvl1pPr marL="0" indent="0">
              <a:lnSpc>
                <a:spcPts val="2667"/>
              </a:lnSpc>
              <a:spcBef>
                <a:spcPts val="107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2pPr>
            <a:lvl3pPr marL="121913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3pPr>
            <a:lvl4pPr marL="1828709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4pPr>
            <a:lvl5pPr marL="2438278" indent="0">
              <a:lnSpc>
                <a:spcPts val="2667"/>
              </a:lnSpc>
              <a:spcBef>
                <a:spcPts val="107"/>
              </a:spcBef>
              <a:buFontTx/>
              <a:buNone/>
              <a:defRPr sz="2400">
                <a:solidFill>
                  <a:srgbClr val="595959"/>
                </a:solidFill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Insert text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30E25DB1-A7B3-9D46-AC74-23A75E7043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0275" cy="881684"/>
          </a:xfrm>
          <a:prstGeom prst="rect">
            <a:avLst/>
          </a:prstGeom>
          <a:effectLst/>
        </p:spPr>
        <p:txBody>
          <a:bodyPr vert="horz" lIns="0" tIns="0" rIns="0" bIns="0" rtlCol="0" anchor="b">
            <a:noAutofit/>
          </a:bodyPr>
          <a:lstStyle>
            <a:lvl1pPr marL="0" marR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Edit master title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A0F4182-21D5-1DD4-2E71-11E8073267C4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626713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(left) and figures (r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5">
            <a:extLst>
              <a:ext uri="{FF2B5EF4-FFF2-40B4-BE49-F238E27FC236}">
                <a16:creationId xmlns:a16="http://schemas.microsoft.com/office/drawing/2014/main" id="{C2BCADA8-0A27-45C1-9B67-C5F832F43E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938338" y="5499765"/>
            <a:ext cx="1702800" cy="5950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</a:t>
            </a:r>
          </a:p>
          <a:p>
            <a:pPr lvl="0"/>
            <a:endParaRPr lang="en-US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69AFA3CF-8EA9-4FF0-B898-E8650758E1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38338" y="4687200"/>
            <a:ext cx="1702800" cy="81720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FontTx/>
              <a:buNone/>
              <a:defRPr sz="4533" b="0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X%</a:t>
            </a:r>
          </a:p>
        </p:txBody>
      </p:sp>
      <p:sp>
        <p:nvSpPr>
          <p:cNvPr id="19" name="Textplatzhalter 25">
            <a:extLst>
              <a:ext uri="{FF2B5EF4-FFF2-40B4-BE49-F238E27FC236}">
                <a16:creationId xmlns:a16="http://schemas.microsoft.com/office/drawing/2014/main" id="{A6074F46-9C34-4265-B754-C227531C3B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938338" y="3862800"/>
            <a:ext cx="1702800" cy="5950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</a:t>
            </a:r>
          </a:p>
          <a:p>
            <a:pPr lvl="0"/>
            <a:endParaRPr lang="en-US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671A3CA-08DB-43FE-ACB1-CA2077B7692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38338" y="3045600"/>
            <a:ext cx="1702800" cy="81720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FontTx/>
              <a:buNone/>
              <a:defRPr sz="4533" b="0" i="0">
                <a:solidFill>
                  <a:schemeClr val="accent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X%</a:t>
            </a:r>
          </a:p>
        </p:txBody>
      </p:sp>
      <p:sp>
        <p:nvSpPr>
          <p:cNvPr id="17" name="Textplatzhalter 25">
            <a:extLst>
              <a:ext uri="{FF2B5EF4-FFF2-40B4-BE49-F238E27FC236}">
                <a16:creationId xmlns:a16="http://schemas.microsoft.com/office/drawing/2014/main" id="{D1E09990-2217-43B8-A55A-A728582D97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38338" y="2228400"/>
            <a:ext cx="1702800" cy="59503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</a:t>
            </a:r>
          </a:p>
          <a:p>
            <a:pPr lvl="0"/>
            <a:endParaRPr lang="en-US" dirty="0"/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963ED75B-F42D-406F-B6F6-242021FA7D4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38338" y="1414800"/>
            <a:ext cx="1702800" cy="817200"/>
          </a:xfrm>
          <a:prstGeom prst="rect">
            <a:avLst/>
          </a:prstGeom>
        </p:spPr>
        <p:txBody>
          <a:bodyPr lIns="0" tIns="0" rIns="0" bIns="0" anchor="b" anchorCtr="0">
            <a:noAutofit/>
          </a:bodyPr>
          <a:lstStyle>
            <a:lvl1pPr marL="0" indent="0">
              <a:buFontTx/>
              <a:buNone/>
              <a:defRPr sz="4533" b="0" i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X%</a:t>
            </a:r>
          </a:p>
        </p:txBody>
      </p:sp>
      <p:sp>
        <p:nvSpPr>
          <p:cNvPr id="13" name="Bildplatzhalter 3">
            <a:extLst>
              <a:ext uri="{FF2B5EF4-FFF2-40B4-BE49-F238E27FC236}">
                <a16:creationId xmlns:a16="http://schemas.microsoft.com/office/drawing/2014/main" id="{7A1ABF72-A56C-453A-B765-7A857AD07A4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62" y="1414800"/>
            <a:ext cx="9168000" cy="46800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767F7F93-DB5B-3B43-B731-87527B6506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0275" cy="881684"/>
          </a:xfrm>
          <a:prstGeom prst="rect">
            <a:avLst/>
          </a:prstGeom>
          <a:effectLst/>
        </p:spPr>
        <p:txBody>
          <a:bodyPr vert="horz" lIns="0" tIns="0" rIns="0" bIns="0" rtlCol="0" anchor="b">
            <a:noAutofit/>
          </a:bodyPr>
          <a:lstStyle>
            <a:lvl1pPr marL="0" marR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Edit master title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ECC5826-00E5-02CF-9819-2FB4B895D26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98160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4" pos="34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Text (r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87AE46B8-F9ED-4EFF-8E25-F5BBBD16B43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36579" y="1414800"/>
            <a:ext cx="1702800" cy="46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600" b="0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12" name="Bildplatzhalter 3">
            <a:extLst>
              <a:ext uri="{FF2B5EF4-FFF2-40B4-BE49-F238E27FC236}">
                <a16:creationId xmlns:a16="http://schemas.microsoft.com/office/drawing/2014/main" id="{1D901236-FC44-4212-A182-4A429B78460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66800" y="1414800"/>
            <a:ext cx="5353200" cy="46800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FDB7DEC-6B27-4616-873E-6D9B0A29087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0862" y="3888000"/>
            <a:ext cx="3600000" cy="22032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A000F64E-475F-4EFA-9CFD-B76E507606C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62" y="1414800"/>
            <a:ext cx="3600000" cy="22176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263FEDB-D1C3-E247-97B1-E7B001D5FC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183600"/>
            <a:ext cx="11090275" cy="881684"/>
          </a:xfrm>
          <a:prstGeom prst="rect">
            <a:avLst/>
          </a:prstGeom>
          <a:effectLst/>
        </p:spPr>
        <p:txBody>
          <a:bodyPr vert="horz" lIns="0" tIns="0" rIns="0" bIns="0" rtlCol="0" anchor="b">
            <a:noAutofit/>
          </a:bodyPr>
          <a:lstStyle>
            <a:lvl1pPr marL="0" marR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marR="0" lvl="0" indent="0" algn="l" defTabSz="121917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Edit master title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A54CC6F-3569-E6A1-7155-C3A6F4B12570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12666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 userDrawn="1">
          <p15:clr>
            <a:srgbClr val="FBAE40"/>
          </p15:clr>
        </p15:guide>
        <p15:guide id="4" orient="horz" pos="89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Image (left) and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FA031-B3A4-4C8D-A760-65C7CF91A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A1586DDF-21D6-4D3F-9E9B-82256878EC6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00" y="1414800"/>
            <a:ext cx="5086800" cy="46800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4E6ED2FC-FFA3-40A5-82BA-6088CFA6FB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4800" y="1429200"/>
            <a:ext cx="55440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1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dirty="0"/>
              <a:t>Insert title here</a:t>
            </a:r>
          </a:p>
        </p:txBody>
      </p:sp>
      <p:sp>
        <p:nvSpPr>
          <p:cNvPr id="5" name="Inhaltsplatzhalter 3">
            <a:extLst>
              <a:ext uri="{FF2B5EF4-FFF2-40B4-BE49-F238E27FC236}">
                <a16:creationId xmlns:a16="http://schemas.microsoft.com/office/drawing/2014/main" id="{BE3F02DC-AC9E-4643-A81D-BEEC00206FD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4800" y="1864800"/>
            <a:ext cx="5544000" cy="4226400"/>
          </a:xfrm>
        </p:spPr>
        <p:txBody>
          <a:bodyPr lIns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sz="1600" baseline="0">
                <a:solidFill>
                  <a:schemeClr val="tx1"/>
                </a:solidFill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5pPr>
            <a:lvl6pPr marL="1076325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1255713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 marL="1435100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8pPr>
            <a:lvl9pPr>
              <a:defRPr sz="1800"/>
            </a:lvl9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marL="285750" marR="0" lvl="0" indent="-28575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bg1">
                  <a:lumMod val="65000"/>
                </a:schemeClr>
              </a:buClr>
              <a:buSzTx/>
              <a:tabLst/>
              <a:defRPr/>
            </a:pPr>
            <a:endParaRPr lang="en-US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2A734DA-5FEC-B49D-B0AC-63137D44F29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512373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(left) and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CE4F25-37BB-4795-AF7B-B5044EA11C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EB15EAF5-2C97-4AA5-AF67-B78150EA9A0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38800" y="1429200"/>
            <a:ext cx="72000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2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Bildplatzhalter 3">
            <a:extLst>
              <a:ext uri="{FF2B5EF4-FFF2-40B4-BE49-F238E27FC236}">
                <a16:creationId xmlns:a16="http://schemas.microsoft.com/office/drawing/2014/main" id="{D47D6D24-E1A8-4588-80BD-2B6E13C373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00" y="1414800"/>
            <a:ext cx="3600000" cy="22140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6" name="Bildplatzhalter 3">
            <a:extLst>
              <a:ext uri="{FF2B5EF4-FFF2-40B4-BE49-F238E27FC236}">
                <a16:creationId xmlns:a16="http://schemas.microsoft.com/office/drawing/2014/main" id="{D945C161-AD8B-4AEF-8C9A-24E38B702FD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0800" y="3880800"/>
            <a:ext cx="3600000" cy="22140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7" name="Inhaltsplatzhalter 3">
            <a:extLst>
              <a:ext uri="{FF2B5EF4-FFF2-40B4-BE49-F238E27FC236}">
                <a16:creationId xmlns:a16="http://schemas.microsoft.com/office/drawing/2014/main" id="{F2AB036F-2771-480B-B506-0BD07BD5DDE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438800" y="1864800"/>
            <a:ext cx="7200000" cy="4226400"/>
          </a:xfrm>
        </p:spPr>
        <p:txBody>
          <a:bodyPr vert="horz" lIns="0" tIns="0" rIns="0" bIns="0" rtlCol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lang="en-US" sz="1600" noProof="0"/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/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/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/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/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FF5078A-3FB7-1D25-BA43-7312F36E7B79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926610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(left) and Text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1A5359-A038-4F6B-AFDE-26E938AE95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6326198E-786A-47CB-9444-98700F5563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14800" y="1429200"/>
            <a:ext cx="84240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3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Bildplatzhalter 3">
            <a:extLst>
              <a:ext uri="{FF2B5EF4-FFF2-40B4-BE49-F238E27FC236}">
                <a16:creationId xmlns:a16="http://schemas.microsoft.com/office/drawing/2014/main" id="{44358E43-241A-4AC1-8FF3-F4A56CEF767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0800" y="1414800"/>
            <a:ext cx="2400000" cy="13608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6" name="Bildplatzhalter 3">
            <a:extLst>
              <a:ext uri="{FF2B5EF4-FFF2-40B4-BE49-F238E27FC236}">
                <a16:creationId xmlns:a16="http://schemas.microsoft.com/office/drawing/2014/main" id="{2D679782-75FD-4D5C-A964-164B5488DBD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50800" y="3072600"/>
            <a:ext cx="2400000" cy="13608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FE014052-EAF1-4B22-BFDA-FD43B343344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50800" y="4730400"/>
            <a:ext cx="2400000" cy="1360800"/>
          </a:xfrm>
        </p:spPr>
        <p:txBody>
          <a:bodyPr lIns="0"/>
          <a:lstStyle>
            <a:lvl1pPr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8" name="Inhaltsplatzhalter 3">
            <a:extLst>
              <a:ext uri="{FF2B5EF4-FFF2-40B4-BE49-F238E27FC236}">
                <a16:creationId xmlns:a16="http://schemas.microsoft.com/office/drawing/2014/main" id="{676B8ED6-F813-4543-ADD2-DF613650302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214799" y="1864800"/>
            <a:ext cx="8424000" cy="4226400"/>
          </a:xfrm>
        </p:spPr>
        <p:txBody>
          <a:bodyPr lIns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sz="1600" baseline="0">
                <a:solidFill>
                  <a:schemeClr val="tx1"/>
                </a:solidFill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5pPr>
            <a:lvl6pPr marL="1076325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1255713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 marL="1435100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8pPr>
            <a:lvl9pPr>
              <a:defRPr sz="1800"/>
            </a:lvl9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B859890-0EAC-F585-5551-0B6F6059D43D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83187827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394C9-930B-4EEB-82E7-75A3F15302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B2FE43DF-B11E-4A7B-88C7-D101B85B3C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0800" y="1429200"/>
            <a:ext cx="11091600" cy="284400"/>
          </a:xfrm>
        </p:spPr>
        <p:txBody>
          <a:bodyPr wrap="none"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2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27A4A85F-C471-47A8-8025-A346A59041D1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550800" y="1864800"/>
            <a:ext cx="11091600" cy="4226400"/>
          </a:xfrm>
        </p:spPr>
        <p:txBody>
          <a:bodyPr vert="horz" lIns="0" tIns="0" rIns="0" bIns="0" rtlCol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lang="en-US" sz="1600" noProof="0"/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lang="en-US" sz="1600" noProof="0" dirty="0"/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400" noProof="0" dirty="0"/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noProof="0" dirty="0"/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lang="en-US" sz="1200" noProof="0" dirty="0"/>
            </a:lvl5pPr>
            <a:lvl6pPr>
              <a:buFont typeface="Arial" panose="020B0604020202020204" pitchFamily="34" charset="0"/>
              <a:buChar char="•"/>
              <a:defRPr lang="en-US" sz="1200" noProof="0" dirty="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>
              <a:buFont typeface="Arial" panose="020B0604020202020204" pitchFamily="34" charset="0"/>
              <a:buChar char="•"/>
              <a:defRPr lang="en-US" sz="1200" noProof="0" dirty="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>
              <a:buFont typeface="Arial" panose="020B0604020202020204" pitchFamily="34" charset="0"/>
              <a:buChar char="•"/>
              <a:defRPr lang="en-US" sz="1200" noProof="0" dirty="0">
                <a:latin typeface="Verdana" panose="020B0604030504040204" pitchFamily="34" charset="0"/>
                <a:ea typeface="Verdana" panose="020B0604030504040204" pitchFamily="34" charset="0"/>
              </a:defRPr>
            </a:lvl8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03D026B-1C57-7779-8AF4-B80FBC1F7D67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794836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DB90B-5FCE-48DA-8CEF-4E2DC6DD2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84960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4" name="Textplatzhalter 7">
            <a:extLst>
              <a:ext uri="{FF2B5EF4-FFF2-40B4-BE49-F238E27FC236}">
                <a16:creationId xmlns:a16="http://schemas.microsoft.com/office/drawing/2014/main" id="{5B3308BC-29CA-464F-ACF3-40E7A291A1A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0800" y="1429200"/>
            <a:ext cx="11091600" cy="28440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 cap="none" baseline="0">
                <a:solidFill>
                  <a:schemeClr val="accent2"/>
                </a:solidFill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title here</a:t>
            </a:r>
          </a:p>
        </p:txBody>
      </p:sp>
      <p:sp>
        <p:nvSpPr>
          <p:cNvPr id="5" name="Bildplatzhalter 5">
            <a:extLst>
              <a:ext uri="{FF2B5EF4-FFF2-40B4-BE49-F238E27FC236}">
                <a16:creationId xmlns:a16="http://schemas.microsoft.com/office/drawing/2014/main" id="{EF472B63-2EEF-4917-BDE4-C62AD638161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245600" y="182880"/>
            <a:ext cx="2394000" cy="882000"/>
          </a:xfrm>
        </p:spPr>
        <p:txBody>
          <a:bodyPr vert="horz" lIns="0" tIns="0" rIns="0" bIns="0" rtlCol="0">
            <a:normAutofit/>
          </a:bodyPr>
          <a:lstStyle>
            <a:lvl1pPr>
              <a:defRPr lang="de-AT" sz="1467" dirty="0"/>
            </a:lvl1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D52B3735-0172-4ECB-93ED-8E1339CB92A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50800" y="1864800"/>
            <a:ext cx="11091600" cy="4226400"/>
          </a:xfrm>
        </p:spPr>
        <p:txBody>
          <a:bodyPr lIns="0" rIns="0">
            <a:noAutofit/>
          </a:bodyPr>
          <a:lstStyle>
            <a:lvl1pPr marL="230400" marR="0" indent="-23040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SzTx/>
              <a:buFont typeface="Wingdings" panose="05000000000000000000" pitchFamily="2" charset="2"/>
              <a:buChar char="§"/>
              <a:tabLst/>
              <a:defRPr sz="1600" baseline="0">
                <a:solidFill>
                  <a:schemeClr val="tx1"/>
                </a:solidFill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5pPr>
            <a:lvl6pPr marL="1076325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6pPr>
            <a:lvl7pPr marL="1255713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7pPr>
            <a:lvl8pPr marL="1435100" indent="-179388">
              <a:spcBef>
                <a:spcPts val="0"/>
              </a:spcBef>
              <a:spcAft>
                <a:spcPts val="600"/>
              </a:spcAft>
              <a:buClr>
                <a:srgbClr val="999999"/>
              </a:buClr>
              <a:buFont typeface="Arial" panose="020B0604020202020204" pitchFamily="34" charset="0"/>
              <a:buChar char="•"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8pPr>
            <a:lvl9pPr>
              <a:defRPr sz="1800"/>
            </a:lvl9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65E234E-7F0A-3AFF-1005-E8B1C566877F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325672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iagrammplatzhalter 3">
            <a:extLst>
              <a:ext uri="{FF2B5EF4-FFF2-40B4-BE49-F238E27FC236}">
                <a16:creationId xmlns:a16="http://schemas.microsoft.com/office/drawing/2014/main" id="{3FA87F43-238B-4550-BEFF-A91E85C0485F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550862" y="1414800"/>
            <a:ext cx="8346320" cy="46764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chart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3B3F83-92BE-4D95-BFFA-78ECB84370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1239DF1-ACEE-B4D8-AC8B-25F72874C191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7291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and Text (r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E62D8050-47BC-426C-985A-6F4BE6AAD2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20335" y="1414800"/>
            <a:ext cx="2520801" cy="46764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Insert text here</a:t>
            </a:r>
          </a:p>
        </p:txBody>
      </p:sp>
      <p:sp>
        <p:nvSpPr>
          <p:cNvPr id="8" name="SmartArt-Platzhalter 3">
            <a:extLst>
              <a:ext uri="{FF2B5EF4-FFF2-40B4-BE49-F238E27FC236}">
                <a16:creationId xmlns:a16="http://schemas.microsoft.com/office/drawing/2014/main" id="{900ABE97-84EA-4750-A2CE-5CE354057487}"/>
              </a:ext>
            </a:extLst>
          </p:cNvPr>
          <p:cNvSpPr>
            <a:spLocks noGrp="1"/>
          </p:cNvSpPr>
          <p:nvPr>
            <p:ph type="dgm" sz="quarter" idx="10" hasCustomPrompt="1"/>
          </p:nvPr>
        </p:nvSpPr>
        <p:spPr>
          <a:xfrm>
            <a:off x="550862" y="1414800"/>
            <a:ext cx="8344800" cy="4676400"/>
          </a:xfrm>
          <a:prstGeom prst="rect">
            <a:avLst/>
          </a:prstGeom>
        </p:spPr>
        <p:txBody>
          <a:bodyPr lIns="0"/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SmartArt graphic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743FF1-F92A-4EB7-BC82-7EBBE63A37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3B4D9F2-00B7-419C-DC2F-6CC0D1F238BC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670975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martArt-Platzhalter 3">
            <a:extLst>
              <a:ext uri="{FF2B5EF4-FFF2-40B4-BE49-F238E27FC236}">
                <a16:creationId xmlns:a16="http://schemas.microsoft.com/office/drawing/2014/main" id="{FCC07CAF-F569-4F60-851A-70A76A70B7E1}"/>
              </a:ext>
            </a:extLst>
          </p:cNvPr>
          <p:cNvSpPr>
            <a:spLocks noGrp="1"/>
          </p:cNvSpPr>
          <p:nvPr>
            <p:ph type="dgm" sz="quarter" idx="10" hasCustomPrompt="1"/>
          </p:nvPr>
        </p:nvSpPr>
        <p:spPr>
          <a:xfrm>
            <a:off x="550862" y="1414800"/>
            <a:ext cx="11090274" cy="4676400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SmartArt graphic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7FA30BF-06A2-4E34-88BE-8C23808311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CF18A1D-FAEE-1A9A-0694-FBFDF7A07B2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750765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A5E1CF-5F42-48E3-811E-72A0F44861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 lIns="0" rIns="0"/>
          <a:lstStyle>
            <a:lvl1pPr>
              <a:defRPr/>
            </a:lvl1pPr>
          </a:lstStyle>
          <a:p>
            <a:r>
              <a:rPr lang="en-US" noProof="0" dirty="0"/>
              <a:t>Edit master title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466D5374-3998-421C-8D57-CB4A8BCBBC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33199" y="2336400"/>
            <a:ext cx="3409200" cy="37548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  <a:p>
            <a:pPr lvl="0"/>
            <a:endParaRPr lang="en-US" noProof="0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44790D49-4493-4E84-8A22-055866DB900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92000" y="2336400"/>
            <a:ext cx="3408000" cy="37548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  <a:p>
            <a:pPr lvl="0"/>
            <a:endParaRPr lang="en-US" noProof="0" dirty="0"/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131C1DC4-B994-4244-872F-50BEC69FAD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00" y="2336400"/>
            <a:ext cx="3407583" cy="37548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  <a:p>
            <a:pPr lvl="0"/>
            <a:endParaRPr lang="en-US" noProof="0" dirty="0"/>
          </a:p>
        </p:txBody>
      </p:sp>
      <p:sp>
        <p:nvSpPr>
          <p:cNvPr id="21" name="Textplatzhalter 4">
            <a:extLst>
              <a:ext uri="{FF2B5EF4-FFF2-40B4-BE49-F238E27FC236}">
                <a16:creationId xmlns:a16="http://schemas.microsoft.com/office/drawing/2014/main" id="{3A011296-E292-479F-8F4D-AD9FA4310E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0800" y="1414800"/>
            <a:ext cx="3409200" cy="925200"/>
          </a:xfrm>
          <a:solidFill>
            <a:schemeClr val="accent1"/>
          </a:solidFill>
        </p:spPr>
        <p:txBody>
          <a:bodyPr lIns="180000" tIns="72000" rIns="180000" bIns="72000" anchor="ctr" anchorCtr="0">
            <a:noAutofit/>
          </a:bodyPr>
          <a:lstStyle>
            <a:lvl1pPr marL="0" indent="0">
              <a:buFontTx/>
              <a:buNone/>
              <a:defRPr sz="1600" b="0" cap="none" baseline="0">
                <a:solidFill>
                  <a:schemeClr val="bg1"/>
                </a:solidFill>
              </a:defRPr>
            </a:lvl1pPr>
            <a:lvl2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2pPr>
            <a:lvl3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3pPr>
            <a:lvl4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4pPr>
            <a:lvl5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Edit headline</a:t>
            </a:r>
          </a:p>
        </p:txBody>
      </p:sp>
      <p:sp>
        <p:nvSpPr>
          <p:cNvPr id="22" name="Textplatzhalter 4">
            <a:extLst>
              <a:ext uri="{FF2B5EF4-FFF2-40B4-BE49-F238E27FC236}">
                <a16:creationId xmlns:a16="http://schemas.microsoft.com/office/drawing/2014/main" id="{23657D6C-AAD9-4A94-9FC3-B4976795C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92000" y="1414800"/>
            <a:ext cx="3409200" cy="925200"/>
          </a:xfrm>
          <a:solidFill>
            <a:schemeClr val="accent2"/>
          </a:solidFill>
        </p:spPr>
        <p:txBody>
          <a:bodyPr lIns="180000" tIns="72000" rIns="180000" bIns="72000" anchor="ctr" anchorCtr="0">
            <a:noAutofit/>
          </a:bodyPr>
          <a:lstStyle>
            <a:lvl1pPr marL="0" indent="0">
              <a:buFontTx/>
              <a:buNone/>
              <a:defRPr sz="1600" b="0" cap="none" baseline="0">
                <a:solidFill>
                  <a:schemeClr val="bg1"/>
                </a:solidFill>
              </a:defRPr>
            </a:lvl1pPr>
            <a:lvl2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2pPr>
            <a:lvl3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3pPr>
            <a:lvl4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4pPr>
            <a:lvl5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Edit headline</a:t>
            </a:r>
          </a:p>
        </p:txBody>
      </p:sp>
      <p:sp>
        <p:nvSpPr>
          <p:cNvPr id="23" name="Textplatzhalter 4">
            <a:extLst>
              <a:ext uri="{FF2B5EF4-FFF2-40B4-BE49-F238E27FC236}">
                <a16:creationId xmlns:a16="http://schemas.microsoft.com/office/drawing/2014/main" id="{47148AD1-52C6-473E-915A-41326EAAC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33199" y="1414800"/>
            <a:ext cx="3409200" cy="925200"/>
          </a:xfrm>
          <a:solidFill>
            <a:schemeClr val="accent3"/>
          </a:solidFill>
        </p:spPr>
        <p:txBody>
          <a:bodyPr lIns="180000" tIns="72000" rIns="180000" bIns="72000" anchor="ctr" anchorCtr="0">
            <a:noAutofit/>
          </a:bodyPr>
          <a:lstStyle>
            <a:lvl1pPr marL="0" indent="0">
              <a:buFontTx/>
              <a:buNone/>
              <a:defRPr sz="1600" b="0" cap="none" baseline="0">
                <a:solidFill>
                  <a:schemeClr val="bg1"/>
                </a:solidFill>
              </a:defRPr>
            </a:lvl1pPr>
            <a:lvl2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2pPr>
            <a:lvl3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3pPr>
            <a:lvl4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4pPr>
            <a:lvl5pPr>
              <a:buFont typeface="+mj-lt"/>
              <a:buAutoNum type="arabicPeriod"/>
              <a:defRPr sz="1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Edit headline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C0CF7E1-1B42-89FD-F617-20EE4FC07C98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340114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ground Image with AVL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VL_Background_HowTo" descr="AVL_Background_HowTo">
            <a:extLst>
              <a:ext uri="{FF2B5EF4-FFF2-40B4-BE49-F238E27FC236}">
                <a16:creationId xmlns:a16="http://schemas.microsoft.com/office/drawing/2014/main" id="{5DBC909C-6ED0-4605-AD39-4031EC70DFE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marR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Wingdings" panose="05000000000000000000" pitchFamily="2" charset="2"/>
              <a:buNone/>
              <a:tabLst/>
              <a:defRPr sz="1800" baseline="0">
                <a:solidFill>
                  <a:schemeClr val="tx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Background Image with AVL Logo – How to:</a:t>
            </a:r>
            <a:br>
              <a:rPr lang="en-U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r>
              <a:rPr lang="en-US" dirty="0"/>
              <a:t>(1) Add picture by clicking on the symbol or drag and drop in the placeholder frame. </a:t>
            </a:r>
            <a:br>
              <a:rPr lang="en-US" dirty="0"/>
            </a:br>
            <a:r>
              <a:rPr lang="en-US" dirty="0"/>
              <a:t>(2) To insert AVL Logo Invers in the center </a:t>
            </a:r>
            <a:r>
              <a:rPr lang="en-US"/>
              <a:t>click “Add AVL Logo Invers” </a:t>
            </a:r>
            <a:r>
              <a:rPr lang="en-US" dirty="0"/>
              <a:t>button on AVL Tab ribbon group “AVL”.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15987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(left) and Text (right)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FBC4F904-56F4-4043-948A-D8DC49A01B65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015879" y="1988840"/>
            <a:ext cx="6625257" cy="3759888"/>
          </a:xfrm>
        </p:spPr>
        <p:txBody>
          <a:bodyPr lIns="0">
            <a:noAutofit/>
          </a:bodyPr>
          <a:lstStyle>
            <a:lvl1pPr marL="230400" indent="-230400">
              <a:buClr>
                <a:schemeClr val="tx1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  <a:latin typeface="+mn-lt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  <a:latin typeface="+mn-lt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 baseline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F7F6FC0F-5DB5-C04D-9B5C-01033E8955A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2551665" y="3984728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A12C1273-3F9E-CF41-8306-58FE89F0FD54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49275" y="3984728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98DFEAE3-C5D4-B84A-9C5F-61EA2AFC83C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551665" y="1988840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4A1AB337-6E6F-F345-BE50-D5ED6C1ADC8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49275" y="1988840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3" name="Textplatzhalter 1">
            <a:extLst>
              <a:ext uri="{FF2B5EF4-FFF2-40B4-BE49-F238E27FC236}">
                <a16:creationId xmlns:a16="http://schemas.microsoft.com/office/drawing/2014/main" id="{07EC9C59-DA37-4C4E-8C4A-1E76BFE8382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7553628-99F9-4F16-938B-4EB4E8FAF9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952DE5-9A6D-8E57-2220-0B72811C364C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135724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Text (left) and Text (right) with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4E61CA68-CAA1-47A5-9466-D2536F0D51C2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015879" y="1988840"/>
            <a:ext cx="6625257" cy="3759888"/>
          </a:xfrm>
        </p:spPr>
        <p:txBody>
          <a:bodyPr lIns="0">
            <a:noAutofit/>
          </a:bodyPr>
          <a:lstStyle>
            <a:lvl1pPr marL="230400" indent="-230400">
              <a:buClr>
                <a:schemeClr val="tx1"/>
              </a:buClr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680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  <a:latin typeface="+mn-lt"/>
              </a:defRPr>
            </a:lvl2pPr>
            <a:lvl3pPr marL="655200" indent="-2844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  <a:latin typeface="+mn-lt"/>
              </a:defRPr>
            </a:lvl3pPr>
            <a:lvl4pPr marL="7128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885600" indent="-172800" algn="l" defTabSz="1219170" rtl="0" eaLnBrk="1" latinLnBrk="0" hangingPunct="1">
              <a:spcBef>
                <a:spcPts val="0"/>
              </a:spcBef>
              <a:spcAft>
                <a:spcPts val="800"/>
              </a:spcAft>
              <a:buClr>
                <a:schemeClr val="tx1"/>
              </a:buClr>
              <a:buFont typeface="Symbol" panose="05050102010706020507" pitchFamily="18" charset="2"/>
              <a:buChar char="-"/>
              <a:tabLst/>
              <a:defRPr sz="1200" baseline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 dirty="0"/>
              <a:t>Edit text master format</a:t>
            </a:r>
            <a:br>
              <a:rPr lang="en-US" noProof="0" dirty="0"/>
            </a:br>
            <a:r>
              <a:rPr lang="en-US" noProof="0" dirty="0"/>
              <a:t>It’s allowed to use font sizes from 14pt to 18 pt – depending on the amount/characters of text. It’s not allowed to enlarge the text box – the text always has to fit in the text box. It’s only allowed to use the defined template colors.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C664E7E6-F068-464E-AED8-5F0171DF023B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2551665" y="3984728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F11602A0-C354-3944-99F9-BE878BCAA79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50800" y="3985200"/>
            <a:ext cx="1764000" cy="1764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6" name="Textplatzhalter 1">
            <a:extLst>
              <a:ext uri="{FF2B5EF4-FFF2-40B4-BE49-F238E27FC236}">
                <a16:creationId xmlns:a16="http://schemas.microsoft.com/office/drawing/2014/main" id="{2BB72FDD-C8A8-194D-890B-3F37F6308A6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52400" y="1990800"/>
            <a:ext cx="1764000" cy="1764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1C37BFAC-8FC2-4854-9B4B-D9438028C77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49275" y="1988840"/>
            <a:ext cx="1764000" cy="1764000"/>
          </a:xfrm>
        </p:spPr>
        <p:txBody>
          <a:bodyPr lIns="0"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1" name="Textplatzhalter 1">
            <a:extLst>
              <a:ext uri="{FF2B5EF4-FFF2-40B4-BE49-F238E27FC236}">
                <a16:creationId xmlns:a16="http://schemas.microsoft.com/office/drawing/2014/main" id="{CC770506-79D7-4FE2-89D1-C65A56D3D83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2" y="1332000"/>
            <a:ext cx="11090276" cy="236012"/>
          </a:xfrm>
          <a:prstGeom prst="rect">
            <a:avLst/>
          </a:prstGeom>
        </p:spPr>
        <p:txBody>
          <a:bodyPr lIns="0" tIns="0" rIns="0" bIns="0" anchor="ctr" anchorCtr="0">
            <a:noAutofit/>
          </a:bodyPr>
          <a:lstStyle>
            <a:lvl1pPr marL="0" indent="0">
              <a:buFontTx/>
              <a:buNone/>
              <a:defRPr sz="1800" b="1" cap="none" baseline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/>
            </a:lvl2pPr>
            <a:lvl3pPr marL="1219139" indent="0">
              <a:buFontTx/>
              <a:buNone/>
              <a:defRPr/>
            </a:lvl3pPr>
            <a:lvl4pPr marL="1828709" indent="0">
              <a:buFontTx/>
              <a:buNone/>
              <a:defRPr/>
            </a:lvl4pPr>
            <a:lvl5pPr marL="2438278" indent="0">
              <a:buFontTx/>
              <a:buNone/>
              <a:defRPr/>
            </a:lvl5pPr>
          </a:lstStyle>
          <a:p>
            <a:pPr lvl="0"/>
            <a:r>
              <a:rPr lang="en-US" noProof="0" dirty="0"/>
              <a:t>Click to edit master subtitle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782C1C-7B1B-4B6D-A062-70A74683A8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C62973-7B58-4F2E-217F-42BC38BE5BBD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914379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47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 (up) and 2 Images 2 Text (dow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1D5FB2D1-C78F-5644-8E47-A469DD6572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120336" y="3572825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606CD900-C389-3E4F-81A8-1180C4C454D0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66644" y="3572825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0F1D58FD-A9DF-8E45-B605-18C77D4054D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12952" y="3572825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9" name="Picture Placeholder 1">
            <a:extLst>
              <a:ext uri="{FF2B5EF4-FFF2-40B4-BE49-F238E27FC236}">
                <a16:creationId xmlns:a16="http://schemas.microsoft.com/office/drawing/2014/main" id="{F7F6FC0F-5DB5-C04D-9B5C-01033E8955A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9260" y="3572825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2" name="Textplatzhalter 1">
            <a:extLst>
              <a:ext uri="{FF2B5EF4-FFF2-40B4-BE49-F238E27FC236}">
                <a16:creationId xmlns:a16="http://schemas.microsoft.com/office/drawing/2014/main" id="{5CDC03B6-9C7D-1442-B7D4-E3DD3013DA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1" y="1412877"/>
            <a:ext cx="11090275" cy="1872108"/>
          </a:xfrm>
        </p:spPr>
        <p:txBody>
          <a:bodyPr l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4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Click to add text here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129EBF-9D98-4253-A7B5-859769D3DA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7CDDEA4-751C-DC8E-BD46-33C68CF6914D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93835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2 Text (up) and 1 Text (dow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platzhalter 3">
            <a:extLst>
              <a:ext uri="{FF2B5EF4-FFF2-40B4-BE49-F238E27FC236}">
                <a16:creationId xmlns:a16="http://schemas.microsoft.com/office/drawing/2014/main" id="{B0DCED4A-16B2-274C-85D5-E16F4DA8BF6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0861" y="4221088"/>
            <a:ext cx="11090275" cy="1872108"/>
          </a:xfrm>
        </p:spPr>
        <p:txBody>
          <a:bodyPr l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4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 algn="ctr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4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Click to add text here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53457DE-7F96-984D-9A5F-2100C912C9D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120336" y="1412877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E7296DFC-0B87-4A40-BE1F-9C0AD144713B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66644" y="1412877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Textplatzhalter 1">
            <a:extLst>
              <a:ext uri="{FF2B5EF4-FFF2-40B4-BE49-F238E27FC236}">
                <a16:creationId xmlns:a16="http://schemas.microsoft.com/office/drawing/2014/main" id="{3814DF0C-D93A-394E-AB7E-6B4C58DAC90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412952" y="1412877"/>
            <a:ext cx="2520000" cy="2520000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Font typeface="Arial" charset="0"/>
              <a:buNone/>
              <a:defRPr sz="18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363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lang="en-US" sz="1800" kern="1200" baseline="0" noProof="0" dirty="0" smtClean="0">
                <a:solidFill>
                  <a:schemeClr val="tx1"/>
                </a:solidFill>
                <a:latin typeface="Avenir Book" panose="02000503020000020003" pitchFamily="2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539750" indent="-171450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3pPr>
            <a:lvl4pPr marL="712788" indent="-17303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>
                <a:solidFill>
                  <a:schemeClr val="tx1"/>
                </a:solidFill>
                <a:latin typeface="Avenir Book" panose="02000503020000020003" pitchFamily="2" charset="0"/>
              </a:defRPr>
            </a:lvl4pPr>
            <a:lvl5pPr marL="892175" indent="-179388">
              <a:lnSpc>
                <a:spcPct val="100000"/>
              </a:lnSpc>
              <a:spcAft>
                <a:spcPts val="1200"/>
              </a:spcAft>
              <a:buFont typeface="Arial" charset="0"/>
              <a:buChar char="•"/>
              <a:tabLst/>
              <a:defRPr sz="1800" baseline="0">
                <a:solidFill>
                  <a:schemeClr val="tx1"/>
                </a:solidFill>
                <a:latin typeface="Avenir Book" panose="02000503020000020003" pitchFamily="2" charset="0"/>
              </a:defRPr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C51FED20-922F-564D-B1A7-CEC464FADC0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559260" y="1412877"/>
            <a:ext cx="2520000" cy="252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CD6C13-778C-428B-B5B0-95EA66E19E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EAC200-1752-23BC-0E45-4F4C3E08F70B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55982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8">
            <a:extLst>
              <a:ext uri="{FF2B5EF4-FFF2-40B4-BE49-F238E27FC236}">
                <a16:creationId xmlns:a16="http://schemas.microsoft.com/office/drawing/2014/main" id="{1876FD15-EF95-FC46-9ADB-EF51BD205725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120336" y="393305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10F5147C-F7CB-334D-86C9-C67E37A0EABD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266644" y="393315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4" name="Picture Placeholder 6">
            <a:extLst>
              <a:ext uri="{FF2B5EF4-FFF2-40B4-BE49-F238E27FC236}">
                <a16:creationId xmlns:a16="http://schemas.microsoft.com/office/drawing/2014/main" id="{3086114F-6458-5349-9206-9855366B4F35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3412952" y="393305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FAF2DC92-1E5A-CE4A-AC24-5DBF7E9C3F4A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559260" y="393315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F6105FF6-B2D8-1441-96C1-03E3EB68DF46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9120336" y="141277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9039642C-98D1-234D-A48D-30945CB8A65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6266644" y="141287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6E36F89-D928-374B-8410-DC03A4016925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3412952" y="1412776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05B75FDA-0A35-0241-9AF8-B38876D1728B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559260" y="1412877"/>
            <a:ext cx="2520000" cy="2160000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D4030E-E8DA-4A42-9F12-4E1AD6A70C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C24067A-93AC-AFA5-1E84-242B68D01D60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876472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ith 3 Bubbles and 3 Textbox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3">
            <a:extLst>
              <a:ext uri="{FF2B5EF4-FFF2-40B4-BE49-F238E27FC236}">
                <a16:creationId xmlns:a16="http://schemas.microsoft.com/office/drawing/2014/main" id="{005DF97E-2533-8242-A5E6-CFDA0E60661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33554" y="4521099"/>
            <a:ext cx="3407583" cy="154809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7" name="Oval 3">
            <a:extLst>
              <a:ext uri="{FF2B5EF4-FFF2-40B4-BE49-F238E27FC236}">
                <a16:creationId xmlns:a16="http://schemas.microsoft.com/office/drawing/2014/main" id="{49D87B3D-0CF1-2C4A-AE34-5DB58F9583F5}"/>
              </a:ext>
            </a:extLst>
          </p:cNvPr>
          <p:cNvSpPr/>
          <p:nvPr userDrawn="1"/>
        </p:nvSpPr>
        <p:spPr>
          <a:xfrm>
            <a:off x="9462869" y="3266557"/>
            <a:ext cx="948952" cy="94895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893F3A66-C06B-AF4D-B8E5-8C3AF4BF16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92208" y="4521099"/>
            <a:ext cx="3407583" cy="154809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6" name="Oval 2">
            <a:extLst>
              <a:ext uri="{FF2B5EF4-FFF2-40B4-BE49-F238E27FC236}">
                <a16:creationId xmlns:a16="http://schemas.microsoft.com/office/drawing/2014/main" id="{885ADDFA-05BC-D346-943A-1AEA9B0E0763}"/>
              </a:ext>
            </a:extLst>
          </p:cNvPr>
          <p:cNvSpPr/>
          <p:nvPr userDrawn="1"/>
        </p:nvSpPr>
        <p:spPr>
          <a:xfrm>
            <a:off x="5621523" y="3266557"/>
            <a:ext cx="948952" cy="94895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E346A757-DDF6-1245-B097-01AD00ED36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0863" y="4521099"/>
            <a:ext cx="3407583" cy="154809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90000"/>
              </a:lnSpc>
              <a:spcBef>
                <a:spcPts val="1600"/>
              </a:spcBef>
              <a:spcAft>
                <a:spcPts val="80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19D1DFD-4C3D-5D4D-90DB-298AF1F0D82F}"/>
              </a:ext>
            </a:extLst>
          </p:cNvPr>
          <p:cNvSpPr/>
          <p:nvPr userDrawn="1"/>
        </p:nvSpPr>
        <p:spPr>
          <a:xfrm>
            <a:off x="1780178" y="3266557"/>
            <a:ext cx="948952" cy="94895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4A1AB337-6E6F-F345-BE50-D5ED6C1ADC8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1412875"/>
            <a:ext cx="12191999" cy="1548093"/>
          </a:xfrm>
        </p:spPr>
        <p:txBody>
          <a:bodyPr anchor="t"/>
          <a:lstStyle>
            <a:lvl1pPr algn="l"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FC74394-2361-4036-946A-DF935174C3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E339EEE-EB6B-137A-F266-87FC4210EEAA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94404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4A1AB337-6E6F-F345-BE50-D5ED6C1ADC8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50863" y="1412875"/>
            <a:ext cx="11090275" cy="4679950"/>
          </a:xfrm>
        </p:spPr>
        <p:txBody>
          <a:bodyPr anchor="t"/>
          <a:lstStyle>
            <a:lvl1pPr algn="l">
              <a:defRPr sz="1600"/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AFDD024-77B8-4F72-9618-EDCF207960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AAE8E7F-FB7A-4813-A0C6-AAC124E13FD4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23679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2C0890-933A-4D88-A6E5-9746C0D05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183600"/>
            <a:ext cx="11091600" cy="882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Edit master title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095EDB-7B1C-46FC-BCF4-F6DFB4310A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66051" y="3387881"/>
            <a:ext cx="2520000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5" name="Oval 3">
            <a:extLst>
              <a:ext uri="{FF2B5EF4-FFF2-40B4-BE49-F238E27FC236}">
                <a16:creationId xmlns:a16="http://schemas.microsoft.com/office/drawing/2014/main" id="{9333AD54-0688-4827-A3AC-609CE0204B25}"/>
              </a:ext>
            </a:extLst>
          </p:cNvPr>
          <p:cNvSpPr/>
          <p:nvPr userDrawn="1"/>
        </p:nvSpPr>
        <p:spPr>
          <a:xfrm>
            <a:off x="7051575" y="2132856"/>
            <a:ext cx="948952" cy="94895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D90D96EF-FB24-41D3-9C93-C799AA2A9C5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09118" y="3387881"/>
            <a:ext cx="2520000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7" name="Oval 2">
            <a:extLst>
              <a:ext uri="{FF2B5EF4-FFF2-40B4-BE49-F238E27FC236}">
                <a16:creationId xmlns:a16="http://schemas.microsoft.com/office/drawing/2014/main" id="{3D51BC07-790E-4188-AD2B-47D993B2BE40}"/>
              </a:ext>
            </a:extLst>
          </p:cNvPr>
          <p:cNvSpPr/>
          <p:nvPr userDrawn="1"/>
        </p:nvSpPr>
        <p:spPr>
          <a:xfrm>
            <a:off x="4194642" y="2132856"/>
            <a:ext cx="948952" cy="94895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70B96139-F60A-40E9-AA90-E181EC18FB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1384" y="3387881"/>
            <a:ext cx="2520801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71B4CFF-8E58-46D3-8506-09EF01B8EEE5}"/>
              </a:ext>
            </a:extLst>
          </p:cNvPr>
          <p:cNvSpPr/>
          <p:nvPr userDrawn="1"/>
        </p:nvSpPr>
        <p:spPr>
          <a:xfrm>
            <a:off x="1337308" y="2132856"/>
            <a:ext cx="948952" cy="948952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A62A2C0-3F73-4976-AFA5-4B6B823594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22984" y="3387881"/>
            <a:ext cx="2520000" cy="2057343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6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09570" indent="0">
              <a:buFontTx/>
              <a:buNone/>
              <a:defRPr sz="1600"/>
            </a:lvl2pPr>
            <a:lvl3pPr marL="1219139" indent="0">
              <a:buFontTx/>
              <a:buNone/>
              <a:defRPr sz="1600"/>
            </a:lvl3pPr>
            <a:lvl4pPr marL="1828709" indent="0">
              <a:buFontTx/>
              <a:buNone/>
              <a:defRPr sz="1600"/>
            </a:lvl4pPr>
            <a:lvl5pPr marL="2438278" indent="0">
              <a:buFontTx/>
              <a:buNone/>
              <a:defRPr sz="1600"/>
            </a:lvl5pPr>
          </a:lstStyle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1" name="Oval 3">
            <a:extLst>
              <a:ext uri="{FF2B5EF4-FFF2-40B4-BE49-F238E27FC236}">
                <a16:creationId xmlns:a16="http://schemas.microsoft.com/office/drawing/2014/main" id="{2E530B99-7497-4782-818B-B583EE1DA7AE}"/>
              </a:ext>
            </a:extLst>
          </p:cNvPr>
          <p:cNvSpPr/>
          <p:nvPr userDrawn="1"/>
        </p:nvSpPr>
        <p:spPr>
          <a:xfrm>
            <a:off x="9908508" y="2132856"/>
            <a:ext cx="948952" cy="948952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926134B-8E87-4A87-82A1-0ED82399C9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3533" y="2336521"/>
            <a:ext cx="420915" cy="57490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712C0E25-90B1-4AD5-AD1E-66DADB5927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9725" y="2352547"/>
            <a:ext cx="338785" cy="53384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36438E4E-E4E2-465F-88B1-1D7F140D906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43730" y="2429543"/>
            <a:ext cx="564641" cy="3798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E19EB6E-9BFF-414E-8575-EBC9A4FD03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00663" y="2325011"/>
            <a:ext cx="564642" cy="564642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ACCA14C6-7F91-5EA4-D272-11611F295688}"/>
              </a:ext>
            </a:extLst>
          </p:cNvPr>
          <p:cNvSpPr/>
          <p:nvPr userDrawn="1"/>
        </p:nvSpPr>
        <p:spPr>
          <a:xfrm>
            <a:off x="550862" y="1159200"/>
            <a:ext cx="1440000" cy="36000"/>
          </a:xfrm>
          <a:prstGeom prst="rect">
            <a:avLst/>
          </a:prstGeom>
          <a:gradFill flip="none" rotWithShape="1">
            <a:gsLst>
              <a:gs pos="66000">
                <a:schemeClr val="accent2"/>
              </a:gs>
              <a:gs pos="100000">
                <a:schemeClr val="accent1"/>
              </a:gs>
              <a:gs pos="33000">
                <a:srgbClr val="0AA580"/>
              </a:gs>
              <a:gs pos="0">
                <a:schemeClr val="accent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6692888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al Slide with Backgroundimage English">
    <p:bg>
      <p:bgPr>
        <a:gradFill>
          <a:gsLst>
            <a:gs pos="9000">
              <a:schemeClr val="accent1"/>
            </a:gs>
            <a:gs pos="100000">
              <a:schemeClr val="accent4"/>
            </a:gs>
            <a:gs pos="70000">
              <a:schemeClr val="accent3"/>
            </a:gs>
            <a:gs pos="36000">
              <a:schemeClr val="accent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B4F4BC6-38FF-6D44-86CB-A1C7547CE936}"/>
              </a:ext>
            </a:extLst>
          </p:cNvPr>
          <p:cNvSpPr/>
          <p:nvPr userDrawn="1"/>
        </p:nvSpPr>
        <p:spPr>
          <a:xfrm>
            <a:off x="5015880" y="4153281"/>
            <a:ext cx="228344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www.avl.com</a:t>
            </a:r>
          </a:p>
        </p:txBody>
      </p:sp>
      <p:sp>
        <p:nvSpPr>
          <p:cNvPr id="15" name="txt_SecurityLevel">
            <a:extLst>
              <a:ext uri="{FF2B5EF4-FFF2-40B4-BE49-F238E27FC236}">
                <a16:creationId xmlns:a16="http://schemas.microsoft.com/office/drawing/2014/main" id="{2C04D41F-A36B-124F-B1FA-2681CD48980D}"/>
              </a:ext>
            </a:extLst>
          </p:cNvPr>
          <p:cNvSpPr txBox="1">
            <a:spLocks/>
          </p:cNvSpPr>
          <p:nvPr userDrawn="1"/>
        </p:nvSpPr>
        <p:spPr>
          <a:xfrm>
            <a:off x="10571659" y="6486200"/>
            <a:ext cx="512961" cy="15388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>
                <a:solidFill>
                  <a:schemeClr val="bg1"/>
                </a:solidFill>
                <a:latin typeface="+mn-lt"/>
              </a:rPr>
              <a:t>Internal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AD0A525-E15B-4D2E-BCA3-3436E50C5502}"/>
              </a:ext>
            </a:extLst>
          </p:cNvPr>
          <p:cNvSpPr/>
          <p:nvPr userDrawn="1"/>
        </p:nvSpPr>
        <p:spPr>
          <a:xfrm>
            <a:off x="2926800" y="1988920"/>
            <a:ext cx="63373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rIns="0" bIns="0" rtlCol="0" anchor="t" anchorCtr="0"/>
          <a:lstStyle/>
          <a:p>
            <a:pPr algn="ctr"/>
            <a:r>
              <a:rPr lang="en-US" sz="4200" dirty="0"/>
              <a:t>Thank you</a:t>
            </a:r>
          </a:p>
        </p:txBody>
      </p:sp>
      <p:pic>
        <p:nvPicPr>
          <p:cNvPr id="3" name="Grafik 2" descr="Ein Bild, das Schrift, Grafiken, Screenshot, Logo enthält.&#10;&#10;Automatisch generierte Beschreibung">
            <a:extLst>
              <a:ext uri="{FF2B5EF4-FFF2-40B4-BE49-F238E27FC236}">
                <a16:creationId xmlns:a16="http://schemas.microsoft.com/office/drawing/2014/main" id="{9534627A-5818-82BB-734C-879BA1595FC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5880" y="2938596"/>
            <a:ext cx="2283445" cy="980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418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4C88770-D954-CD20-2487-BC77AC968B75}"/>
              </a:ext>
            </a:extLst>
          </p:cNvPr>
          <p:cNvSpPr/>
          <p:nvPr userDrawn="1"/>
        </p:nvSpPr>
        <p:spPr>
          <a:xfrm>
            <a:off x="-1200" y="6485590"/>
            <a:ext cx="12193200" cy="392400"/>
          </a:xfrm>
          <a:prstGeom prst="rect">
            <a:avLst/>
          </a:prstGeom>
          <a:gradFill flip="none" rotWithShape="1">
            <a:gsLst>
              <a:gs pos="59000">
                <a:schemeClr val="accent2"/>
              </a:gs>
              <a:gs pos="88000">
                <a:schemeClr val="accent1"/>
              </a:gs>
              <a:gs pos="26000">
                <a:srgbClr val="13A538"/>
              </a:gs>
              <a:gs pos="0">
                <a:schemeClr val="accent4">
                  <a:lumMod val="96000"/>
                </a:schemeClr>
              </a:gs>
            </a:gsLst>
            <a:lin ang="0" scaled="0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51384" y="188640"/>
            <a:ext cx="11089232" cy="1008112"/>
          </a:xfrm>
          <a:prstGeom prst="rect">
            <a:avLst/>
          </a:prstGeom>
          <a:effectLst/>
        </p:spPr>
        <p:txBody>
          <a:bodyPr vert="horz" lIns="0" tIns="0" rIns="90000" bIns="0" rtlCol="0" anchor="b">
            <a:noAutofit/>
          </a:bodyPr>
          <a:lstStyle/>
          <a:p>
            <a:r>
              <a:rPr lang="en-US" noProof="0" dirty="0"/>
              <a:t>Headline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51384" y="1412777"/>
            <a:ext cx="11089232" cy="46805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Insert text</a:t>
            </a:r>
          </a:p>
        </p:txBody>
      </p:sp>
      <p:sp>
        <p:nvSpPr>
          <p:cNvPr id="18" name="footer_ProjectInfo">
            <a:extLst>
              <a:ext uri="{FF2B5EF4-FFF2-40B4-BE49-F238E27FC236}">
                <a16:creationId xmlns:a16="http://schemas.microsoft.com/office/drawing/2014/main" id="{4A6391E9-6F9F-2946-997E-3D4A3387F38E}"/>
              </a:ext>
            </a:extLst>
          </p:cNvPr>
          <p:cNvSpPr txBox="1">
            <a:spLocks/>
          </p:cNvSpPr>
          <p:nvPr userDrawn="1"/>
        </p:nvSpPr>
        <p:spPr>
          <a:xfrm>
            <a:off x="5766832" y="6489288"/>
            <a:ext cx="5524202" cy="39275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sz="1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/>
            </a:r>
            <a:endParaRPr lang="en-GB" sz="10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9" name="Textfeld 14">
            <a:extLst>
              <a:ext uri="{FF2B5EF4-FFF2-40B4-BE49-F238E27FC236}">
                <a16:creationId xmlns:a16="http://schemas.microsoft.com/office/drawing/2014/main" id="{5C7FC5C3-B2EC-8B45-AC3E-B4A53BFF6FCE}"/>
              </a:ext>
            </a:extLst>
          </p:cNvPr>
          <p:cNvSpPr txBox="1">
            <a:spLocks/>
          </p:cNvSpPr>
          <p:nvPr userDrawn="1"/>
        </p:nvSpPr>
        <p:spPr>
          <a:xfrm>
            <a:off x="1352321" y="6489288"/>
            <a:ext cx="457108" cy="3924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0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/ </a:t>
            </a:r>
            <a:fld id="{5404F204-AB56-BB46-89E0-707C1E8342FA}" type="slidenum">
              <a:rPr lang="en-GB" sz="10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‹Nr.›</a:t>
            </a:fld>
            <a:r>
              <a:rPr lang="en-GB" sz="10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</p:txBody>
      </p:sp>
      <p:sp>
        <p:nvSpPr>
          <p:cNvPr id="16" name="footer_SecurityLevel">
            <a:extLst>
              <a:ext uri="{FF2B5EF4-FFF2-40B4-BE49-F238E27FC236}">
                <a16:creationId xmlns:a16="http://schemas.microsoft.com/office/drawing/2014/main" id="{2AAF2475-DDDB-B846-AF2B-C284E49CA64A}"/>
              </a:ext>
            </a:extLst>
          </p:cNvPr>
          <p:cNvSpPr txBox="1">
            <a:spLocks/>
          </p:cNvSpPr>
          <p:nvPr userDrawn="1"/>
        </p:nvSpPr>
        <p:spPr>
          <a:xfrm>
            <a:off x="551384" y="6489287"/>
            <a:ext cx="800937" cy="3924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0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Internal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DD88540-A611-C601-7A8B-E9D0C33611D3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rcRect l="16348" t="20954" r="16349" b="37963"/>
          <a:stretch/>
        </p:blipFill>
        <p:spPr>
          <a:xfrm>
            <a:off x="11570400" y="6584863"/>
            <a:ext cx="491784" cy="21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9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5" r:id="rId2"/>
    <p:sldLayoutId id="2147483829" r:id="rId3"/>
    <p:sldLayoutId id="2147483864" r:id="rId4"/>
    <p:sldLayoutId id="2147483857" r:id="rId5"/>
    <p:sldLayoutId id="2147483858" r:id="rId6"/>
    <p:sldLayoutId id="2147483859" r:id="rId7"/>
    <p:sldLayoutId id="2147483837" r:id="rId8"/>
    <p:sldLayoutId id="2147483861" r:id="rId9"/>
    <p:sldLayoutId id="2147483841" r:id="rId10"/>
    <p:sldLayoutId id="2147483654" r:id="rId11"/>
    <p:sldLayoutId id="2147483860" r:id="rId12"/>
    <p:sldLayoutId id="2147483865" r:id="rId13"/>
    <p:sldLayoutId id="2147483842" r:id="rId14"/>
    <p:sldLayoutId id="2147483866" r:id="rId15"/>
    <p:sldLayoutId id="2147483843" r:id="rId16"/>
    <p:sldLayoutId id="2147483761" r:id="rId17"/>
    <p:sldLayoutId id="2147483867" r:id="rId18"/>
    <p:sldLayoutId id="2147483844" r:id="rId19"/>
    <p:sldLayoutId id="2147483862" r:id="rId20"/>
    <p:sldLayoutId id="2147483845" r:id="rId21"/>
    <p:sldLayoutId id="2147483846" r:id="rId22"/>
    <p:sldLayoutId id="2147483746" r:id="rId23"/>
    <p:sldLayoutId id="2147483833" r:id="rId24"/>
    <p:sldLayoutId id="2147483797" r:id="rId25"/>
    <p:sldLayoutId id="2147483749" r:id="rId26"/>
    <p:sldLayoutId id="2147483750" r:id="rId27"/>
    <p:sldLayoutId id="2147483760" r:id="rId28"/>
    <p:sldLayoutId id="2147483850" r:id="rId29"/>
    <p:sldLayoutId id="2147483851" r:id="rId30"/>
    <p:sldLayoutId id="2147483852" r:id="rId31"/>
    <p:sldLayoutId id="2147483853" r:id="rId32"/>
    <p:sldLayoutId id="2147483854" r:id="rId33"/>
    <p:sldLayoutId id="2147483755" r:id="rId34"/>
    <p:sldLayoutId id="2147483754" r:id="rId35"/>
    <p:sldLayoutId id="2147483753" r:id="rId36"/>
    <p:sldLayoutId id="2147483849" r:id="rId37"/>
    <p:sldLayoutId id="2147483800" r:id="rId38"/>
    <p:sldLayoutId id="2147483804" r:id="rId39"/>
    <p:sldLayoutId id="2147483835" r:id="rId40"/>
    <p:sldLayoutId id="2147483802" r:id="rId41"/>
    <p:sldLayoutId id="2147483805" r:id="rId42"/>
    <p:sldLayoutId id="2147483806" r:id="rId43"/>
    <p:sldLayoutId id="2147483808" r:id="rId44"/>
    <p:sldLayoutId id="2147483807" r:id="rId45"/>
    <p:sldLayoutId id="2147483863" r:id="rId46"/>
    <p:sldLayoutId id="2147483763" r:id="rId47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2800" b="0" i="0" kern="1200" cap="none" baseline="0">
          <a:solidFill>
            <a:schemeClr val="tx1"/>
          </a:solidFill>
          <a:effectLst/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Wingdings" panose="05000000000000000000" pitchFamily="2" charset="2"/>
        <a:buNone/>
        <a:defRPr sz="1867" kern="1200" baseline="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482588" indent="-241294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950360" indent="-226478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430831" indent="-239178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672125" indent="-241294" algn="l" defTabSz="1219170" rtl="0" eaLnBrk="1" latinLnBrk="0" hangingPunct="1">
        <a:spcBef>
          <a:spcPts val="0"/>
        </a:spcBef>
        <a:spcAft>
          <a:spcPts val="800"/>
        </a:spcAft>
        <a:buClr>
          <a:srgbClr val="999999"/>
        </a:buClr>
        <a:buFont typeface="Wingdings" pitchFamily="2" charset="2"/>
        <a:buChar char="§"/>
        <a:tabLst/>
        <a:defRPr sz="1867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48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44" userDrawn="1">
          <p15:clr>
            <a:srgbClr val="F26B43"/>
          </p15:clr>
        </p15:guide>
        <p15:guide id="4" orient="horz" pos="115" userDrawn="1">
          <p15:clr>
            <a:srgbClr val="F26B43"/>
          </p15:clr>
        </p15:guide>
        <p15:guide id="6" orient="horz" pos="754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AVL_DA_v1.0_en Main Heading">
  <a:themeElements>
    <a:clrScheme name="AVL Master 2024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5A99"/>
      </a:accent1>
      <a:accent2>
        <a:srgbClr val="00A5C8"/>
      </a:accent2>
      <a:accent3>
        <a:srgbClr val="13A538"/>
      </a:accent3>
      <a:accent4>
        <a:srgbClr val="AFCB08"/>
      </a:accent4>
      <a:accent5>
        <a:srgbClr val="BFBFBF"/>
      </a:accent5>
      <a:accent6>
        <a:srgbClr val="888888"/>
      </a:accent6>
      <a:hlink>
        <a:srgbClr val="005A99"/>
      </a:hlink>
      <a:folHlink>
        <a:srgbClr val="888888"/>
      </a:folHlink>
    </a:clrScheme>
    <a:fontScheme name="Consolas-Verdana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800" dirty="0">
            <a:latin typeface="Verdana" panose="020B0604030504040204" pitchFamily="34" charset="0"/>
            <a:ea typeface="Verdana" panose="020B0604030504040204" pitchFamily="34" charset="0"/>
            <a:cs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VL PowerPoint Master Template 2024 v1.0" id="{FD122800-FBE4-4D9C-A12D-2E19671F9CD7}" vid="{4CDA7E84-ED76-42C3-AC02-0E9D78547BE5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Manager/>
  <Company>AVL List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RFQ Insight</dc:creator>
  <cp:keywords/>
  <cp:lastModifiedBy>RFQ Insight</cp:lastModifiedBy>
  <cp:revision>20</cp:revision>
  <dcterms:created xsi:type="dcterms:W3CDTF">2026-10-23T04:54:05Z</dcterms:created>
  <dcterms:modified xsi:type="dcterms:W3CDTF">2026-10-23T09:14:22Z</dcterms:modified>
  <cp:version>1.0</cp:version>
</cp:coreProperties>
</file>